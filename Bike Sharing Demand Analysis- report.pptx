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74" r:id="rId6"/>
    <p:sldId id="261" r:id="rId7"/>
    <p:sldId id="260" r:id="rId8"/>
    <p:sldId id="273" r:id="rId9"/>
    <p:sldId id="262" r:id="rId10"/>
    <p:sldId id="263" r:id="rId11"/>
    <p:sldId id="275" r:id="rId12"/>
    <p:sldId id="264" r:id="rId13"/>
    <p:sldId id="265" r:id="rId14"/>
    <p:sldId id="266" r:id="rId15"/>
    <p:sldId id="267" r:id="rId16"/>
    <p:sldId id="268" r:id="rId17"/>
    <p:sldId id="269" r:id="rId18"/>
    <p:sldId id="270" r:id="rId19"/>
    <p:sldId id="276" r:id="rId20"/>
    <p:sldId id="272" r:id="rId21"/>
    <p:sldId id="271"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p:cViewPr varScale="1">
        <p:scale>
          <a:sx n="87" d="100"/>
          <a:sy n="87" d="100"/>
        </p:scale>
        <p:origin x="38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P\OneDrive\Desktop\Internship-Nexthikes\dataset_1-%20internship.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P\OneDrive\Desktop\Internship-Nexthikes\dataset_1-%20internship.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HP\OneDrive\Desktop\Internship-Nexthikes\dataset_2-%20internship.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HP\OneDrive\Desktop\Internship-Nexthikes\dataset_2-%20internship.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HP\OneDrive\Desktop\Internship-Nexthikes\dataset_3-internship.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HP\OneDrive\Desktop\Internship-Nexthikes\dataset_3-internship.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HP\OneDrive\Desktop\Internship-Nexthikes\final%20set%20(FINAL).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HP\OneDrive\Desktop\Internship-Nexthikes\final%20set%20(FINAL).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HP\OneDrive\Desktop\Internship-Nexthikes\final%20set%20(FINAL-1).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[dataset_1- internship.xlsx]weather vs hr!PivotTable1</c:name>
    <c:fmtId val="3"/>
  </c:pivotSource>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en-US"/>
              <a:t>Weather condition by Total Hours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US"/>
        </a:p>
      </c:txPr>
    </c:title>
    <c:autoTitleDeleted val="0"/>
    <c:pivotFmts>
      <c:pivotFmt>
        <c:idx val="0"/>
      </c:pivotFmt>
      <c:pivotFmt>
        <c:idx val="1"/>
        <c:dLbl>
          <c:idx val="0"/>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s>
    <c:plotArea>
      <c:layout/>
      <c:pieChart>
        <c:varyColors val="1"/>
        <c:ser>
          <c:idx val="0"/>
          <c:order val="0"/>
          <c:tx>
            <c:strRef>
              <c:f>'weather vs hr'!$B$3</c:f>
              <c:strCache>
                <c:ptCount val="1"/>
                <c:pt idx="0">
                  <c:v>Total</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01-460B-4128-AE38-865A0C9D5F82}"/>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03-460B-4128-AE38-865A0C9D5F82}"/>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05-460B-4128-AE38-865A0C9D5F82}"/>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07-460B-4128-AE38-865A0C9D5F8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'weather vs hr'!$A$4:$A$8</c:f>
              <c:strCache>
                <c:ptCount val="4"/>
                <c:pt idx="0">
                  <c:v>Cloudy</c:v>
                </c:pt>
                <c:pt idx="1">
                  <c:v>Storm</c:v>
                </c:pt>
                <c:pt idx="2">
                  <c:v>Light rain</c:v>
                </c:pt>
                <c:pt idx="3">
                  <c:v>Extreme weather</c:v>
                </c:pt>
              </c:strCache>
            </c:strRef>
          </c:cat>
          <c:val>
            <c:numRef>
              <c:f>'weather vs hr'!$B$4:$B$8</c:f>
              <c:numCache>
                <c:formatCode>General</c:formatCode>
                <c:ptCount val="4"/>
                <c:pt idx="0">
                  <c:v>4509</c:v>
                </c:pt>
                <c:pt idx="1">
                  <c:v>563</c:v>
                </c:pt>
                <c:pt idx="2">
                  <c:v>2107</c:v>
                </c:pt>
                <c:pt idx="3">
                  <c:v>16</c:v>
                </c:pt>
              </c:numCache>
            </c:numRef>
          </c:val>
          <c:extLst>
            <c:ext xmlns:c16="http://schemas.microsoft.com/office/drawing/2014/chart" uri="{C3380CC4-5D6E-409C-BE32-E72D297353CC}">
              <c16:uniqueId val="{00000008-460B-4128-AE38-865A0C9D5F82}"/>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[dataset_1- internship.xlsx]hr vs days!PivotTable2</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Hours</a:t>
            </a:r>
            <a:r>
              <a:rPr lang="en-IN" baseline="0"/>
              <a:t> and Total Days</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
        <c:idx val="3"/>
        <c:spPr>
          <a:solidFill>
            <a:schemeClr val="accent1"/>
          </a:solidFill>
          <a:ln>
            <a:noFill/>
          </a:ln>
          <a:effectLst/>
        </c:spPr>
        <c:marker>
          <c:symbol val="none"/>
        </c:marker>
      </c:pivotFmt>
      <c:pivotFmt>
        <c:idx val="4"/>
        <c:spPr>
          <a:solidFill>
            <a:schemeClr val="accent1"/>
          </a:solidFill>
          <a:ln>
            <a:noFill/>
          </a:ln>
          <a:effectLst/>
        </c:spPr>
        <c:marker>
          <c:symbol val="none"/>
        </c:marker>
      </c:pivotFmt>
      <c:pivotFmt>
        <c:idx val="5"/>
        <c:spPr>
          <a:solidFill>
            <a:schemeClr val="accent1"/>
          </a:solidFill>
          <a:ln>
            <a:noFill/>
          </a:ln>
          <a:effectLst/>
        </c:spPr>
        <c:marker>
          <c:symbol val="none"/>
        </c:marker>
      </c:pivotFmt>
      <c:pivotFmt>
        <c:idx val="6"/>
        <c:spPr>
          <a:solidFill>
            <a:schemeClr val="accent1"/>
          </a:solidFill>
          <a:ln>
            <a:noFill/>
          </a:ln>
          <a:effectLst/>
        </c:spPr>
        <c:marker>
          <c:symbol val="none"/>
        </c:marker>
      </c:pivotFmt>
      <c:pivotFmt>
        <c:idx val="7"/>
        <c:spPr>
          <a:solidFill>
            <a:schemeClr val="accent1"/>
          </a:solidFill>
          <a:ln>
            <a:noFill/>
          </a:ln>
          <a:effectLst/>
        </c:spPr>
        <c:marker>
          <c:symbol val="none"/>
        </c:marker>
      </c:pivotFmt>
      <c:pivotFmt>
        <c:idx val="8"/>
        <c:spPr>
          <a:solidFill>
            <a:schemeClr val="accent1"/>
          </a:solidFill>
          <a:ln>
            <a:noFill/>
          </a:ln>
          <a:effectLst/>
        </c:spPr>
        <c:marker>
          <c:symbol val="none"/>
        </c:marker>
      </c:pivotFmt>
      <c:pivotFmt>
        <c:idx val="9"/>
        <c:spPr>
          <a:solidFill>
            <a:schemeClr val="accent1"/>
          </a:solidFill>
          <a:ln>
            <a:noFill/>
          </a:ln>
          <a:effectLst/>
        </c:spPr>
        <c:marker>
          <c:symbol val="none"/>
        </c:marker>
      </c:pivotFmt>
      <c:pivotFmt>
        <c:idx val="10"/>
        <c:spPr>
          <a:solidFill>
            <a:schemeClr val="accent1"/>
          </a:solidFill>
          <a:ln>
            <a:noFill/>
          </a:ln>
          <a:effectLst/>
        </c:spPr>
        <c:marker>
          <c:symbol val="none"/>
        </c:marker>
      </c:pivotFmt>
      <c:pivotFmt>
        <c:idx val="11"/>
        <c:spPr>
          <a:solidFill>
            <a:schemeClr val="accent1"/>
          </a:solidFill>
          <a:ln>
            <a:noFill/>
          </a:ln>
          <a:effectLst/>
        </c:spPr>
        <c:marker>
          <c:symbol val="none"/>
        </c:marker>
      </c:pivotFmt>
      <c:pivotFmt>
        <c:idx val="12"/>
        <c:spPr>
          <a:solidFill>
            <a:schemeClr val="accent1"/>
          </a:solidFill>
          <a:ln>
            <a:noFill/>
          </a:ln>
          <a:effectLst/>
        </c:spPr>
        <c:marker>
          <c:symbol val="none"/>
        </c:marker>
      </c:pivotFmt>
      <c:pivotFmt>
        <c:idx val="13"/>
        <c:spPr>
          <a:solidFill>
            <a:schemeClr val="accent1"/>
          </a:solidFill>
          <a:ln>
            <a:noFill/>
          </a:ln>
          <a:effectLst/>
        </c:spPr>
        <c:marker>
          <c:symbol val="none"/>
        </c:marker>
      </c:pivotFmt>
      <c:pivotFmt>
        <c:idx val="14"/>
        <c:spPr>
          <a:solidFill>
            <a:schemeClr val="accent1"/>
          </a:solidFill>
          <a:ln>
            <a:noFill/>
          </a:ln>
          <a:effectLst/>
        </c:spPr>
        <c:marker>
          <c:symbol val="none"/>
        </c:marker>
      </c:pivotFmt>
      <c:pivotFmt>
        <c:idx val="15"/>
        <c:spPr>
          <a:solidFill>
            <a:schemeClr val="accent1"/>
          </a:solidFill>
          <a:ln>
            <a:noFill/>
          </a:ln>
          <a:effectLst/>
        </c:spPr>
        <c:marker>
          <c:symbol val="none"/>
        </c:marker>
      </c:pivotFmt>
      <c:pivotFmt>
        <c:idx val="16"/>
        <c:spPr>
          <a:solidFill>
            <a:schemeClr val="accent1"/>
          </a:solidFill>
          <a:ln>
            <a:noFill/>
          </a:ln>
          <a:effectLst/>
        </c:spPr>
        <c:marker>
          <c:symbol val="none"/>
        </c:marker>
      </c:pivotFmt>
      <c:pivotFmt>
        <c:idx val="17"/>
        <c:spPr>
          <a:solidFill>
            <a:schemeClr val="accent1"/>
          </a:solidFill>
          <a:ln>
            <a:noFill/>
          </a:ln>
          <a:effectLst/>
        </c:spPr>
        <c:marker>
          <c:symbol val="none"/>
        </c:marker>
      </c:pivotFmt>
      <c:pivotFmt>
        <c:idx val="18"/>
        <c:spPr>
          <a:solidFill>
            <a:schemeClr val="accent1"/>
          </a:solidFill>
          <a:ln>
            <a:noFill/>
          </a:ln>
          <a:effectLst/>
        </c:spPr>
        <c:marker>
          <c:symbol val="none"/>
        </c:marker>
      </c:pivotFmt>
      <c:pivotFmt>
        <c:idx val="19"/>
        <c:spPr>
          <a:solidFill>
            <a:schemeClr val="accent1"/>
          </a:solidFill>
          <a:ln>
            <a:noFill/>
          </a:ln>
          <a:effectLst/>
        </c:spPr>
        <c:marker>
          <c:symbol val="none"/>
        </c:marker>
      </c:pivotFmt>
      <c:pivotFmt>
        <c:idx val="20"/>
        <c:spPr>
          <a:solidFill>
            <a:schemeClr val="accent1"/>
          </a:solidFill>
          <a:ln>
            <a:noFill/>
          </a:ln>
          <a:effectLst/>
        </c:spPr>
        <c:marker>
          <c:symbol val="none"/>
        </c:marker>
      </c:pivotFmt>
      <c:pivotFmt>
        <c:idx val="21"/>
        <c:spPr>
          <a:solidFill>
            <a:schemeClr val="accent1"/>
          </a:solidFill>
          <a:ln>
            <a:noFill/>
          </a:ln>
          <a:effectLst/>
        </c:spPr>
        <c:marker>
          <c:symbol val="none"/>
        </c:marker>
      </c:pivotFmt>
      <c:pivotFmt>
        <c:idx val="22"/>
        <c:spPr>
          <a:solidFill>
            <a:schemeClr val="accent1"/>
          </a:solidFill>
          <a:ln>
            <a:noFill/>
          </a:ln>
          <a:effectLst/>
        </c:spPr>
        <c:marker>
          <c:symbol val="none"/>
        </c:marker>
      </c:pivotFmt>
      <c:pivotFmt>
        <c:idx val="23"/>
        <c:spPr>
          <a:solidFill>
            <a:schemeClr val="accent1"/>
          </a:solidFill>
          <a:ln>
            <a:noFill/>
          </a:ln>
          <a:effectLst/>
        </c:spPr>
        <c:marker>
          <c:symbol val="none"/>
        </c:marker>
      </c:pivotFmt>
    </c:pivotFmts>
    <c:plotArea>
      <c:layout/>
      <c:barChart>
        <c:barDir val="col"/>
        <c:grouping val="clustered"/>
        <c:varyColors val="0"/>
        <c:ser>
          <c:idx val="0"/>
          <c:order val="0"/>
          <c:tx>
            <c:strRef>
              <c:f>'hr vs days'!$B$3:$B$4</c:f>
              <c:strCache>
                <c:ptCount val="1"/>
                <c:pt idx="0">
                  <c:v>Sunday</c:v>
                </c:pt>
              </c:strCache>
            </c:strRef>
          </c:tx>
          <c:spPr>
            <a:solidFill>
              <a:schemeClr val="accent1"/>
            </a:solidFill>
            <a:ln>
              <a:noFill/>
            </a:ln>
            <a:effectLst/>
          </c:spPr>
          <c:invertIfNegative val="0"/>
          <c:cat>
            <c:strRef>
              <c:f>'hr vs days'!$A$5:$A$29</c:f>
              <c:strCache>
                <c:ptCount val="24"/>
                <c:pt idx="0">
                  <c:v>0.00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'hr vs days'!$B$5:$B$29</c:f>
              <c:numCache>
                <c:formatCode>General</c:formatCode>
                <c:ptCount val="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numCache>
            </c:numRef>
          </c:val>
          <c:extLst>
            <c:ext xmlns:c16="http://schemas.microsoft.com/office/drawing/2014/chart" uri="{C3380CC4-5D6E-409C-BE32-E72D297353CC}">
              <c16:uniqueId val="{00000000-F5A3-44B1-AA73-1EEE78AA602E}"/>
            </c:ext>
          </c:extLst>
        </c:ser>
        <c:ser>
          <c:idx val="1"/>
          <c:order val="1"/>
          <c:tx>
            <c:strRef>
              <c:f>'hr vs days'!$C$3:$C$4</c:f>
              <c:strCache>
                <c:ptCount val="1"/>
                <c:pt idx="0">
                  <c:v>Monday</c:v>
                </c:pt>
              </c:strCache>
            </c:strRef>
          </c:tx>
          <c:spPr>
            <a:solidFill>
              <a:schemeClr val="accent2"/>
            </a:solidFill>
            <a:ln>
              <a:noFill/>
            </a:ln>
            <a:effectLst/>
          </c:spPr>
          <c:invertIfNegative val="0"/>
          <c:cat>
            <c:strRef>
              <c:f>'hr vs days'!$A$5:$A$29</c:f>
              <c:strCache>
                <c:ptCount val="24"/>
                <c:pt idx="0">
                  <c:v>0.00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'hr vs days'!$C$5:$C$29</c:f>
              <c:numCache>
                <c:formatCode>General</c:formatCode>
                <c:ptCount val="24"/>
                <c:pt idx="0">
                  <c:v>16</c:v>
                </c:pt>
                <c:pt idx="1">
                  <c:v>7</c:v>
                </c:pt>
                <c:pt idx="2">
                  <c:v>5</c:v>
                </c:pt>
                <c:pt idx="3">
                  <c:v>3</c:v>
                </c:pt>
                <c:pt idx="4">
                  <c:v>3</c:v>
                </c:pt>
                <c:pt idx="5">
                  <c:v>6</c:v>
                </c:pt>
                <c:pt idx="6">
                  <c:v>7</c:v>
                </c:pt>
                <c:pt idx="7">
                  <c:v>6</c:v>
                </c:pt>
                <c:pt idx="8">
                  <c:v>4</c:v>
                </c:pt>
                <c:pt idx="9">
                  <c:v>3</c:v>
                </c:pt>
                <c:pt idx="10">
                  <c:v>4</c:v>
                </c:pt>
                <c:pt idx="11">
                  <c:v>5</c:v>
                </c:pt>
                <c:pt idx="12">
                  <c:v>4</c:v>
                </c:pt>
                <c:pt idx="13">
                  <c:v>4</c:v>
                </c:pt>
                <c:pt idx="14">
                  <c:v>5</c:v>
                </c:pt>
                <c:pt idx="15">
                  <c:v>8</c:v>
                </c:pt>
                <c:pt idx="16">
                  <c:v>4</c:v>
                </c:pt>
                <c:pt idx="17">
                  <c:v>9</c:v>
                </c:pt>
                <c:pt idx="18">
                  <c:v>4</c:v>
                </c:pt>
                <c:pt idx="19">
                  <c:v>4</c:v>
                </c:pt>
                <c:pt idx="20">
                  <c:v>8</c:v>
                </c:pt>
                <c:pt idx="21">
                  <c:v>4</c:v>
                </c:pt>
                <c:pt idx="22">
                  <c:v>8</c:v>
                </c:pt>
                <c:pt idx="23">
                  <c:v>6</c:v>
                </c:pt>
              </c:numCache>
            </c:numRef>
          </c:val>
          <c:extLst>
            <c:ext xmlns:c16="http://schemas.microsoft.com/office/drawing/2014/chart" uri="{C3380CC4-5D6E-409C-BE32-E72D297353CC}">
              <c16:uniqueId val="{00000001-F5A3-44B1-AA73-1EEE78AA602E}"/>
            </c:ext>
          </c:extLst>
        </c:ser>
        <c:ser>
          <c:idx val="2"/>
          <c:order val="2"/>
          <c:tx>
            <c:strRef>
              <c:f>'hr vs days'!$D$3:$D$4</c:f>
              <c:strCache>
                <c:ptCount val="1"/>
                <c:pt idx="0">
                  <c:v>Tuesday</c:v>
                </c:pt>
              </c:strCache>
            </c:strRef>
          </c:tx>
          <c:spPr>
            <a:solidFill>
              <a:schemeClr val="accent3"/>
            </a:solidFill>
            <a:ln>
              <a:noFill/>
            </a:ln>
            <a:effectLst/>
          </c:spPr>
          <c:invertIfNegative val="0"/>
          <c:cat>
            <c:strRef>
              <c:f>'hr vs days'!$A$5:$A$29</c:f>
              <c:strCache>
                <c:ptCount val="24"/>
                <c:pt idx="0">
                  <c:v>0.00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'hr vs days'!$D$5:$D$29</c:f>
              <c:numCache>
                <c:formatCode>General</c:formatCode>
                <c:ptCount val="24"/>
                <c:pt idx="0">
                  <c:v>12</c:v>
                </c:pt>
                <c:pt idx="1">
                  <c:v>12</c:v>
                </c:pt>
                <c:pt idx="2">
                  <c:v>5</c:v>
                </c:pt>
                <c:pt idx="4">
                  <c:v>6</c:v>
                </c:pt>
                <c:pt idx="5">
                  <c:v>14</c:v>
                </c:pt>
                <c:pt idx="6">
                  <c:v>6</c:v>
                </c:pt>
                <c:pt idx="7">
                  <c:v>16</c:v>
                </c:pt>
                <c:pt idx="8">
                  <c:v>4</c:v>
                </c:pt>
                <c:pt idx="9">
                  <c:v>10</c:v>
                </c:pt>
                <c:pt idx="10">
                  <c:v>5</c:v>
                </c:pt>
                <c:pt idx="11">
                  <c:v>8</c:v>
                </c:pt>
                <c:pt idx="12">
                  <c:v>4</c:v>
                </c:pt>
                <c:pt idx="13">
                  <c:v>9</c:v>
                </c:pt>
                <c:pt idx="14">
                  <c:v>5</c:v>
                </c:pt>
                <c:pt idx="15">
                  <c:v>6</c:v>
                </c:pt>
                <c:pt idx="16">
                  <c:v>6</c:v>
                </c:pt>
                <c:pt idx="17">
                  <c:v>8</c:v>
                </c:pt>
                <c:pt idx="18">
                  <c:v>8</c:v>
                </c:pt>
                <c:pt idx="19">
                  <c:v>8</c:v>
                </c:pt>
                <c:pt idx="20">
                  <c:v>14</c:v>
                </c:pt>
                <c:pt idx="21">
                  <c:v>8</c:v>
                </c:pt>
                <c:pt idx="22">
                  <c:v>8</c:v>
                </c:pt>
                <c:pt idx="23">
                  <c:v>6</c:v>
                </c:pt>
              </c:numCache>
            </c:numRef>
          </c:val>
          <c:extLst>
            <c:ext xmlns:c16="http://schemas.microsoft.com/office/drawing/2014/chart" uri="{C3380CC4-5D6E-409C-BE32-E72D297353CC}">
              <c16:uniqueId val="{00000002-F5A3-44B1-AA73-1EEE78AA602E}"/>
            </c:ext>
          </c:extLst>
        </c:ser>
        <c:ser>
          <c:idx val="3"/>
          <c:order val="3"/>
          <c:tx>
            <c:strRef>
              <c:f>'hr vs days'!$E$3:$E$4</c:f>
              <c:strCache>
                <c:ptCount val="1"/>
                <c:pt idx="0">
                  <c:v>Wednesday</c:v>
                </c:pt>
              </c:strCache>
            </c:strRef>
          </c:tx>
          <c:spPr>
            <a:solidFill>
              <a:schemeClr val="accent4"/>
            </a:solidFill>
            <a:ln>
              <a:noFill/>
            </a:ln>
            <a:effectLst/>
          </c:spPr>
          <c:invertIfNegative val="0"/>
          <c:cat>
            <c:strRef>
              <c:f>'hr vs days'!$A$5:$A$29</c:f>
              <c:strCache>
                <c:ptCount val="24"/>
                <c:pt idx="0">
                  <c:v>0.00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'hr vs days'!$E$5:$E$29</c:f>
              <c:numCache>
                <c:formatCode>General</c:formatCode>
                <c:ptCount val="24"/>
                <c:pt idx="0">
                  <c:v>12</c:v>
                </c:pt>
                <c:pt idx="1">
                  <c:v>10</c:v>
                </c:pt>
                <c:pt idx="2">
                  <c:v>9</c:v>
                </c:pt>
                <c:pt idx="4">
                  <c:v>3</c:v>
                </c:pt>
                <c:pt idx="5">
                  <c:v>10</c:v>
                </c:pt>
                <c:pt idx="6">
                  <c:v>17</c:v>
                </c:pt>
                <c:pt idx="7">
                  <c:v>6</c:v>
                </c:pt>
                <c:pt idx="8">
                  <c:v>12</c:v>
                </c:pt>
                <c:pt idx="9">
                  <c:v>12</c:v>
                </c:pt>
                <c:pt idx="10">
                  <c:v>25</c:v>
                </c:pt>
                <c:pt idx="11">
                  <c:v>21</c:v>
                </c:pt>
                <c:pt idx="12">
                  <c:v>23</c:v>
                </c:pt>
                <c:pt idx="13">
                  <c:v>7</c:v>
                </c:pt>
                <c:pt idx="14">
                  <c:v>19</c:v>
                </c:pt>
                <c:pt idx="15">
                  <c:v>20</c:v>
                </c:pt>
                <c:pt idx="16">
                  <c:v>13</c:v>
                </c:pt>
                <c:pt idx="17">
                  <c:v>9</c:v>
                </c:pt>
                <c:pt idx="18">
                  <c:v>10</c:v>
                </c:pt>
                <c:pt idx="19">
                  <c:v>6</c:v>
                </c:pt>
                <c:pt idx="20">
                  <c:v>15</c:v>
                </c:pt>
                <c:pt idx="21">
                  <c:v>9</c:v>
                </c:pt>
                <c:pt idx="22">
                  <c:v>9</c:v>
                </c:pt>
                <c:pt idx="23">
                  <c:v>9</c:v>
                </c:pt>
              </c:numCache>
            </c:numRef>
          </c:val>
          <c:extLst>
            <c:ext xmlns:c16="http://schemas.microsoft.com/office/drawing/2014/chart" uri="{C3380CC4-5D6E-409C-BE32-E72D297353CC}">
              <c16:uniqueId val="{00000003-F5A3-44B1-AA73-1EEE78AA602E}"/>
            </c:ext>
          </c:extLst>
        </c:ser>
        <c:ser>
          <c:idx val="4"/>
          <c:order val="4"/>
          <c:tx>
            <c:strRef>
              <c:f>'hr vs days'!$F$3:$F$4</c:f>
              <c:strCache>
                <c:ptCount val="1"/>
                <c:pt idx="0">
                  <c:v>Thursday</c:v>
                </c:pt>
              </c:strCache>
            </c:strRef>
          </c:tx>
          <c:spPr>
            <a:solidFill>
              <a:schemeClr val="accent5"/>
            </a:solidFill>
            <a:ln>
              <a:noFill/>
            </a:ln>
            <a:effectLst/>
          </c:spPr>
          <c:invertIfNegative val="0"/>
          <c:cat>
            <c:strRef>
              <c:f>'hr vs days'!$A$5:$A$29</c:f>
              <c:strCache>
                <c:ptCount val="24"/>
                <c:pt idx="0">
                  <c:v>0.00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'hr vs days'!$F$5:$F$29</c:f>
              <c:numCache>
                <c:formatCode>General</c:formatCode>
                <c:ptCount val="24"/>
                <c:pt idx="0">
                  <c:v>20</c:v>
                </c:pt>
                <c:pt idx="1">
                  <c:v>8</c:v>
                </c:pt>
                <c:pt idx="2">
                  <c:v>12</c:v>
                </c:pt>
                <c:pt idx="3">
                  <c:v>13</c:v>
                </c:pt>
                <c:pt idx="4">
                  <c:v>12</c:v>
                </c:pt>
                <c:pt idx="5">
                  <c:v>14</c:v>
                </c:pt>
                <c:pt idx="6">
                  <c:v>4</c:v>
                </c:pt>
                <c:pt idx="7">
                  <c:v>12</c:v>
                </c:pt>
                <c:pt idx="8">
                  <c:v>12</c:v>
                </c:pt>
                <c:pt idx="9">
                  <c:v>17</c:v>
                </c:pt>
                <c:pt idx="10">
                  <c:v>4</c:v>
                </c:pt>
                <c:pt idx="12">
                  <c:v>11</c:v>
                </c:pt>
                <c:pt idx="13">
                  <c:v>19</c:v>
                </c:pt>
                <c:pt idx="14">
                  <c:v>15</c:v>
                </c:pt>
                <c:pt idx="15">
                  <c:v>11</c:v>
                </c:pt>
                <c:pt idx="16">
                  <c:v>12</c:v>
                </c:pt>
                <c:pt idx="17">
                  <c:v>16</c:v>
                </c:pt>
                <c:pt idx="18">
                  <c:v>18</c:v>
                </c:pt>
                <c:pt idx="19">
                  <c:v>26</c:v>
                </c:pt>
                <c:pt idx="20">
                  <c:v>17</c:v>
                </c:pt>
                <c:pt idx="21">
                  <c:v>16</c:v>
                </c:pt>
                <c:pt idx="22">
                  <c:v>16</c:v>
                </c:pt>
                <c:pt idx="23">
                  <c:v>16</c:v>
                </c:pt>
              </c:numCache>
            </c:numRef>
          </c:val>
          <c:extLst>
            <c:ext xmlns:c16="http://schemas.microsoft.com/office/drawing/2014/chart" uri="{C3380CC4-5D6E-409C-BE32-E72D297353CC}">
              <c16:uniqueId val="{00000004-F5A3-44B1-AA73-1EEE78AA602E}"/>
            </c:ext>
          </c:extLst>
        </c:ser>
        <c:ser>
          <c:idx val="5"/>
          <c:order val="5"/>
          <c:tx>
            <c:strRef>
              <c:f>'hr vs days'!$G$3:$G$4</c:f>
              <c:strCache>
                <c:ptCount val="1"/>
                <c:pt idx="0">
                  <c:v>Friday</c:v>
                </c:pt>
              </c:strCache>
            </c:strRef>
          </c:tx>
          <c:spPr>
            <a:solidFill>
              <a:schemeClr val="accent6"/>
            </a:solidFill>
            <a:ln>
              <a:noFill/>
            </a:ln>
            <a:effectLst/>
          </c:spPr>
          <c:invertIfNegative val="0"/>
          <c:cat>
            <c:strRef>
              <c:f>'hr vs days'!$A$5:$A$29</c:f>
              <c:strCache>
                <c:ptCount val="24"/>
                <c:pt idx="0">
                  <c:v>0.00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'hr vs days'!$G$5:$G$29</c:f>
              <c:numCache>
                <c:formatCode>General</c:formatCode>
                <c:ptCount val="24"/>
                <c:pt idx="0">
                  <c:v>12</c:v>
                </c:pt>
                <c:pt idx="1">
                  <c:v>27</c:v>
                </c:pt>
                <c:pt idx="2">
                  <c:v>20</c:v>
                </c:pt>
                <c:pt idx="3">
                  <c:v>10</c:v>
                </c:pt>
                <c:pt idx="4">
                  <c:v>10</c:v>
                </c:pt>
                <c:pt idx="5">
                  <c:v>16</c:v>
                </c:pt>
                <c:pt idx="6">
                  <c:v>26</c:v>
                </c:pt>
                <c:pt idx="7">
                  <c:v>16</c:v>
                </c:pt>
                <c:pt idx="8">
                  <c:v>20</c:v>
                </c:pt>
                <c:pt idx="9">
                  <c:v>17</c:v>
                </c:pt>
                <c:pt idx="10">
                  <c:v>18</c:v>
                </c:pt>
                <c:pt idx="11">
                  <c:v>40</c:v>
                </c:pt>
                <c:pt idx="12">
                  <c:v>21</c:v>
                </c:pt>
                <c:pt idx="13">
                  <c:v>21</c:v>
                </c:pt>
                <c:pt idx="14">
                  <c:v>21</c:v>
                </c:pt>
                <c:pt idx="15">
                  <c:v>16</c:v>
                </c:pt>
                <c:pt idx="16">
                  <c:v>15</c:v>
                </c:pt>
                <c:pt idx="17">
                  <c:v>10</c:v>
                </c:pt>
                <c:pt idx="18">
                  <c:v>15</c:v>
                </c:pt>
                <c:pt idx="19">
                  <c:v>5</c:v>
                </c:pt>
                <c:pt idx="20">
                  <c:v>10</c:v>
                </c:pt>
                <c:pt idx="21">
                  <c:v>10</c:v>
                </c:pt>
                <c:pt idx="22">
                  <c:v>10</c:v>
                </c:pt>
                <c:pt idx="23">
                  <c:v>15</c:v>
                </c:pt>
              </c:numCache>
            </c:numRef>
          </c:val>
          <c:extLst>
            <c:ext xmlns:c16="http://schemas.microsoft.com/office/drawing/2014/chart" uri="{C3380CC4-5D6E-409C-BE32-E72D297353CC}">
              <c16:uniqueId val="{00000005-F5A3-44B1-AA73-1EEE78AA602E}"/>
            </c:ext>
          </c:extLst>
        </c:ser>
        <c:ser>
          <c:idx val="6"/>
          <c:order val="6"/>
          <c:tx>
            <c:strRef>
              <c:f>'hr vs days'!$H$3:$H$4</c:f>
              <c:strCache>
                <c:ptCount val="1"/>
                <c:pt idx="0">
                  <c:v>Saturday</c:v>
                </c:pt>
              </c:strCache>
            </c:strRef>
          </c:tx>
          <c:spPr>
            <a:solidFill>
              <a:schemeClr val="accent1">
                <a:lumMod val="60000"/>
              </a:schemeClr>
            </a:solidFill>
            <a:ln>
              <a:noFill/>
            </a:ln>
            <a:effectLst/>
          </c:spPr>
          <c:invertIfNegative val="0"/>
          <c:cat>
            <c:strRef>
              <c:f>'hr vs days'!$A$5:$A$29</c:f>
              <c:strCache>
                <c:ptCount val="24"/>
                <c:pt idx="0">
                  <c:v>0.00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'hr vs days'!$H$5:$H$29</c:f>
              <c:numCache>
                <c:formatCode>General</c:formatCode>
                <c:ptCount val="24"/>
                <c:pt idx="0">
                  <c:v>6</c:v>
                </c:pt>
                <c:pt idx="1">
                  <c:v>13</c:v>
                </c:pt>
                <c:pt idx="2">
                  <c:v>24</c:v>
                </c:pt>
                <c:pt idx="3">
                  <c:v>24</c:v>
                </c:pt>
                <c:pt idx="4">
                  <c:v>18</c:v>
                </c:pt>
                <c:pt idx="5">
                  <c:v>12</c:v>
                </c:pt>
                <c:pt idx="6">
                  <c:v>18</c:v>
                </c:pt>
                <c:pt idx="7">
                  <c:v>19</c:v>
                </c:pt>
                <c:pt idx="8">
                  <c:v>24</c:v>
                </c:pt>
                <c:pt idx="9">
                  <c:v>18</c:v>
                </c:pt>
                <c:pt idx="10">
                  <c:v>18</c:v>
                </c:pt>
                <c:pt idx="12">
                  <c:v>15</c:v>
                </c:pt>
                <c:pt idx="13">
                  <c:v>12</c:v>
                </c:pt>
                <c:pt idx="14">
                  <c:v>12</c:v>
                </c:pt>
                <c:pt idx="15">
                  <c:v>12</c:v>
                </c:pt>
                <c:pt idx="16">
                  <c:v>18</c:v>
                </c:pt>
                <c:pt idx="17">
                  <c:v>24</c:v>
                </c:pt>
                <c:pt idx="18">
                  <c:v>21</c:v>
                </c:pt>
                <c:pt idx="19">
                  <c:v>27</c:v>
                </c:pt>
                <c:pt idx="20">
                  <c:v>12</c:v>
                </c:pt>
                <c:pt idx="21">
                  <c:v>24</c:v>
                </c:pt>
                <c:pt idx="22">
                  <c:v>25</c:v>
                </c:pt>
                <c:pt idx="23">
                  <c:v>18</c:v>
                </c:pt>
              </c:numCache>
            </c:numRef>
          </c:val>
          <c:extLst>
            <c:ext xmlns:c16="http://schemas.microsoft.com/office/drawing/2014/chart" uri="{C3380CC4-5D6E-409C-BE32-E72D297353CC}">
              <c16:uniqueId val="{00000006-F5A3-44B1-AA73-1EEE78AA602E}"/>
            </c:ext>
          </c:extLst>
        </c:ser>
        <c:ser>
          <c:idx val="7"/>
          <c:order val="7"/>
          <c:tx>
            <c:strRef>
              <c:f>'hr vs days'!$I$3:$I$4</c:f>
              <c:strCache>
                <c:ptCount val="1"/>
                <c:pt idx="0">
                  <c:v>FALSE</c:v>
                </c:pt>
              </c:strCache>
            </c:strRef>
          </c:tx>
          <c:spPr>
            <a:solidFill>
              <a:schemeClr val="accent2">
                <a:lumMod val="60000"/>
              </a:schemeClr>
            </a:solidFill>
            <a:ln>
              <a:noFill/>
            </a:ln>
            <a:effectLst/>
          </c:spPr>
          <c:invertIfNegative val="0"/>
          <c:cat>
            <c:strRef>
              <c:f>'hr vs days'!$A$5:$A$29</c:f>
              <c:strCache>
                <c:ptCount val="24"/>
                <c:pt idx="0">
                  <c:v>0.00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'hr vs days'!$I$5:$I$29</c:f>
              <c:numCache>
                <c:formatCode>General</c:formatCode>
                <c:ptCount val="24"/>
                <c:pt idx="1">
                  <c:v>1</c:v>
                </c:pt>
                <c:pt idx="2">
                  <c:v>1</c:v>
                </c:pt>
                <c:pt idx="4">
                  <c:v>8</c:v>
                </c:pt>
                <c:pt idx="7">
                  <c:v>3</c:v>
                </c:pt>
                <c:pt idx="8">
                  <c:v>2</c:v>
                </c:pt>
                <c:pt idx="9">
                  <c:v>1</c:v>
                </c:pt>
                <c:pt idx="10">
                  <c:v>4</c:v>
                </c:pt>
                <c:pt idx="11">
                  <c:v>4</c:v>
                </c:pt>
                <c:pt idx="12">
                  <c:v>2</c:v>
                </c:pt>
                <c:pt idx="13">
                  <c:v>8</c:v>
                </c:pt>
                <c:pt idx="14">
                  <c:v>3</c:v>
                </c:pt>
                <c:pt idx="15">
                  <c:v>7</c:v>
                </c:pt>
                <c:pt idx="16">
                  <c:v>11</c:v>
                </c:pt>
                <c:pt idx="17">
                  <c:v>3</c:v>
                </c:pt>
                <c:pt idx="21">
                  <c:v>5</c:v>
                </c:pt>
                <c:pt idx="23">
                  <c:v>6</c:v>
                </c:pt>
              </c:numCache>
            </c:numRef>
          </c:val>
          <c:extLst>
            <c:ext xmlns:c16="http://schemas.microsoft.com/office/drawing/2014/chart" uri="{C3380CC4-5D6E-409C-BE32-E72D297353CC}">
              <c16:uniqueId val="{00000007-F5A3-44B1-AA73-1EEE78AA602E}"/>
            </c:ext>
          </c:extLst>
        </c:ser>
        <c:dLbls>
          <c:showLegendKey val="0"/>
          <c:showVal val="0"/>
          <c:showCatName val="0"/>
          <c:showSerName val="0"/>
          <c:showPercent val="0"/>
          <c:showBubbleSize val="0"/>
        </c:dLbls>
        <c:gapWidth val="219"/>
        <c:overlap val="-27"/>
        <c:axId val="454197336"/>
        <c:axId val="454188808"/>
      </c:barChart>
      <c:catAx>
        <c:axId val="45419733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Hours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54188808"/>
        <c:crosses val="autoZero"/>
        <c:auto val="1"/>
        <c:lblAlgn val="ctr"/>
        <c:lblOffset val="100"/>
        <c:noMultiLvlLbl val="0"/>
      </c:catAx>
      <c:valAx>
        <c:axId val="4541888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Total</a:t>
                </a:r>
                <a:r>
                  <a:rPr lang="en-IN" baseline="0"/>
                  <a:t> Days</a:t>
                </a:r>
                <a:endParaRPr lang="en-IN"/>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5419733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[dataset_2- internship.xlsx]windspeed vs casual users!PivotTable2</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Windspeed affecting</a:t>
            </a:r>
            <a:r>
              <a:rPr lang="en-US" baseline="0"/>
              <a:t> Casual users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3"/>
          </a:solidFill>
          <a:ln>
            <a:noFill/>
          </a:ln>
          <a:effectLst/>
        </c:spPr>
        <c:marker>
          <c:symbol val="none"/>
        </c:marker>
      </c:pivotFmt>
      <c:pivotFmt>
        <c:idx val="1"/>
        <c:spPr>
          <a:solidFill>
            <a:schemeClr val="accent3"/>
          </a:solidFill>
          <a:ln>
            <a:noFill/>
          </a:ln>
          <a:effectLst/>
        </c:spPr>
        <c:marker>
          <c:symbol val="none"/>
        </c:marker>
      </c:pivotFmt>
      <c:pivotFmt>
        <c:idx val="2"/>
        <c:spPr>
          <a:solidFill>
            <a:schemeClr val="accent3"/>
          </a:solidFill>
          <a:ln>
            <a:noFill/>
          </a:ln>
          <a:effectLst/>
        </c:spPr>
        <c:marker>
          <c:symbol val="none"/>
        </c:marker>
      </c:pivotFmt>
      <c:pivotFmt>
        <c:idx val="3"/>
        <c:spPr>
          <a:solidFill>
            <a:schemeClr val="accent3"/>
          </a:solidFill>
          <a:ln>
            <a:noFill/>
          </a:ln>
          <a:effectLst/>
        </c:spPr>
        <c:marker>
          <c:symbol val="none"/>
        </c:marker>
      </c:pivotFmt>
    </c:pivotFmts>
    <c:plotArea>
      <c:layout/>
      <c:barChart>
        <c:barDir val="col"/>
        <c:grouping val="clustered"/>
        <c:varyColors val="0"/>
        <c:ser>
          <c:idx val="0"/>
          <c:order val="0"/>
          <c:tx>
            <c:strRef>
              <c:f>'windspeed vs casual users'!$B$3</c:f>
              <c:strCache>
                <c:ptCount val="1"/>
                <c:pt idx="0">
                  <c:v>Total</c:v>
                </c:pt>
              </c:strCache>
            </c:strRef>
          </c:tx>
          <c:spPr>
            <a:solidFill>
              <a:schemeClr val="accent3"/>
            </a:solidFill>
            <a:ln>
              <a:noFill/>
            </a:ln>
            <a:effectLst/>
          </c:spPr>
          <c:invertIfNegative val="0"/>
          <c:cat>
            <c:strRef>
              <c:f>'windspeed vs casual users'!$A$4:$A$24</c:f>
              <c:strCache>
                <c:ptCount val="20"/>
                <c:pt idx="0">
                  <c:v>0.0000</c:v>
                </c:pt>
                <c:pt idx="1">
                  <c:v>0.0896</c:v>
                </c:pt>
                <c:pt idx="2">
                  <c:v>0.1045</c:v>
                </c:pt>
                <c:pt idx="3">
                  <c:v>0.1343</c:v>
                </c:pt>
                <c:pt idx="4">
                  <c:v>0.1642</c:v>
                </c:pt>
                <c:pt idx="5">
                  <c:v>0.1940</c:v>
                </c:pt>
                <c:pt idx="6">
                  <c:v>0.2239</c:v>
                </c:pt>
                <c:pt idx="7">
                  <c:v>0.2537</c:v>
                </c:pt>
                <c:pt idx="8">
                  <c:v>0.2836</c:v>
                </c:pt>
                <c:pt idx="9">
                  <c:v>0.2985</c:v>
                </c:pt>
                <c:pt idx="10">
                  <c:v>0.3284</c:v>
                </c:pt>
                <c:pt idx="11">
                  <c:v>0.3582</c:v>
                </c:pt>
                <c:pt idx="12">
                  <c:v>0.3881</c:v>
                </c:pt>
                <c:pt idx="13">
                  <c:v>0.4179</c:v>
                </c:pt>
                <c:pt idx="14">
                  <c:v>0.4478</c:v>
                </c:pt>
                <c:pt idx="15">
                  <c:v>0.4627</c:v>
                </c:pt>
                <c:pt idx="16">
                  <c:v>0.4925</c:v>
                </c:pt>
                <c:pt idx="17">
                  <c:v>0.5224</c:v>
                </c:pt>
                <c:pt idx="18">
                  <c:v>0.5522</c:v>
                </c:pt>
                <c:pt idx="19">
                  <c:v>0.5821</c:v>
                </c:pt>
              </c:strCache>
            </c:strRef>
          </c:cat>
          <c:val>
            <c:numRef>
              <c:f>'windspeed vs casual users'!$B$4:$B$24</c:f>
              <c:numCache>
                <c:formatCode>General</c:formatCode>
                <c:ptCount val="20"/>
                <c:pt idx="0">
                  <c:v>253</c:v>
                </c:pt>
                <c:pt idx="1">
                  <c:v>116</c:v>
                </c:pt>
                <c:pt idx="2">
                  <c:v>122</c:v>
                </c:pt>
                <c:pt idx="3">
                  <c:v>164</c:v>
                </c:pt>
                <c:pt idx="4">
                  <c:v>251</c:v>
                </c:pt>
                <c:pt idx="5">
                  <c:v>238</c:v>
                </c:pt>
                <c:pt idx="6">
                  <c:v>206</c:v>
                </c:pt>
                <c:pt idx="7">
                  <c:v>358</c:v>
                </c:pt>
                <c:pt idx="8">
                  <c:v>305</c:v>
                </c:pt>
                <c:pt idx="9">
                  <c:v>272</c:v>
                </c:pt>
                <c:pt idx="10">
                  <c:v>160</c:v>
                </c:pt>
                <c:pt idx="11">
                  <c:v>74</c:v>
                </c:pt>
                <c:pt idx="12">
                  <c:v>67</c:v>
                </c:pt>
                <c:pt idx="13">
                  <c:v>17</c:v>
                </c:pt>
                <c:pt idx="14">
                  <c:v>48</c:v>
                </c:pt>
                <c:pt idx="15">
                  <c:v>46</c:v>
                </c:pt>
                <c:pt idx="16">
                  <c:v>12</c:v>
                </c:pt>
                <c:pt idx="17">
                  <c:v>10</c:v>
                </c:pt>
                <c:pt idx="18">
                  <c:v>5</c:v>
                </c:pt>
                <c:pt idx="19">
                  <c:v>22</c:v>
                </c:pt>
              </c:numCache>
            </c:numRef>
          </c:val>
          <c:extLst>
            <c:ext xmlns:c16="http://schemas.microsoft.com/office/drawing/2014/chart" uri="{C3380CC4-5D6E-409C-BE32-E72D297353CC}">
              <c16:uniqueId val="{00000000-D9DE-4738-A7A8-35EFDAC4D3B4}"/>
            </c:ext>
          </c:extLst>
        </c:ser>
        <c:dLbls>
          <c:showLegendKey val="0"/>
          <c:showVal val="0"/>
          <c:showCatName val="0"/>
          <c:showSerName val="0"/>
          <c:showPercent val="0"/>
          <c:showBubbleSize val="0"/>
        </c:dLbls>
        <c:gapWidth val="219"/>
        <c:overlap val="-27"/>
        <c:axId val="740027440"/>
        <c:axId val="740023832"/>
      </c:barChart>
      <c:catAx>
        <c:axId val="74002744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Windspeed</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0023832"/>
        <c:crosses val="autoZero"/>
        <c:auto val="1"/>
        <c:lblAlgn val="ctr"/>
        <c:lblOffset val="100"/>
        <c:noMultiLvlLbl val="0"/>
      </c:catAx>
      <c:valAx>
        <c:axId val="74002383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Casual</a:t>
                </a:r>
                <a:r>
                  <a:rPr lang="en-IN" baseline="0"/>
                  <a:t> Users</a:t>
                </a:r>
                <a:endParaRPr lang="en-IN"/>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002744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[dataset_2- internship.xlsx]hum vs rentals!PivotTable1</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Humidity</a:t>
            </a:r>
            <a:r>
              <a:rPr lang="en-IN" baseline="0"/>
              <a:t> affecting bike rentals</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pivotFmt>
      <c:pivotFmt>
        <c:idx val="1"/>
        <c:spPr>
          <a:solidFill>
            <a:schemeClr val="accent1"/>
          </a:solidFill>
          <a:ln w="28575" cap="rnd">
            <a:solidFill>
              <a:schemeClr val="accent1"/>
            </a:solidFill>
            <a:round/>
          </a:ln>
          <a:effectLst/>
        </c:spPr>
        <c:marker>
          <c:symbol val="none"/>
        </c:marker>
      </c:pivotFmt>
      <c:pivotFmt>
        <c:idx val="2"/>
        <c:spPr>
          <a:solidFill>
            <a:schemeClr val="accent1"/>
          </a:solidFill>
          <a:ln w="28575" cap="rnd">
            <a:solidFill>
              <a:schemeClr val="accent1"/>
            </a:solidFill>
            <a:round/>
          </a:ln>
          <a:effectLst/>
        </c:spPr>
        <c:marker>
          <c:symbol val="none"/>
        </c:marker>
      </c:pivotFmt>
    </c:pivotFmts>
    <c:plotArea>
      <c:layout/>
      <c:lineChart>
        <c:grouping val="standard"/>
        <c:varyColors val="0"/>
        <c:ser>
          <c:idx val="0"/>
          <c:order val="0"/>
          <c:tx>
            <c:strRef>
              <c:f>'hum vs rentals'!$B$3</c:f>
              <c:strCache>
                <c:ptCount val="1"/>
                <c:pt idx="0">
                  <c:v>Total</c:v>
                </c:pt>
              </c:strCache>
            </c:strRef>
          </c:tx>
          <c:spPr>
            <a:ln w="28575" cap="rnd">
              <a:solidFill>
                <a:schemeClr val="accent1"/>
              </a:solidFill>
              <a:round/>
            </a:ln>
            <a:effectLst/>
          </c:spPr>
          <c:marker>
            <c:symbol val="none"/>
          </c:marker>
          <c:cat>
            <c:strRef>
              <c:f>'hum vs rentals'!$A$4:$A$65</c:f>
              <c:strCache>
                <c:ptCount val="61"/>
                <c:pt idx="0">
                  <c:v>0.21</c:v>
                </c:pt>
                <c:pt idx="1">
                  <c:v>0.25</c:v>
                </c:pt>
                <c:pt idx="2">
                  <c:v>0.26</c:v>
                </c:pt>
                <c:pt idx="3">
                  <c:v>0.27</c:v>
                </c:pt>
                <c:pt idx="4">
                  <c:v>0.28</c:v>
                </c:pt>
                <c:pt idx="5">
                  <c:v>0.29</c:v>
                </c:pt>
                <c:pt idx="6">
                  <c:v>0.30</c:v>
                </c:pt>
                <c:pt idx="7">
                  <c:v>0.32</c:v>
                </c:pt>
                <c:pt idx="8">
                  <c:v>0.33</c:v>
                </c:pt>
                <c:pt idx="9">
                  <c:v>0.34</c:v>
                </c:pt>
                <c:pt idx="10">
                  <c:v>0.35</c:v>
                </c:pt>
                <c:pt idx="11">
                  <c:v>0.36</c:v>
                </c:pt>
                <c:pt idx="12">
                  <c:v>0.37</c:v>
                </c:pt>
                <c:pt idx="13">
                  <c:v>0.38</c:v>
                </c:pt>
                <c:pt idx="14">
                  <c:v>0.39</c:v>
                </c:pt>
                <c:pt idx="15">
                  <c:v>0.40</c:v>
                </c:pt>
                <c:pt idx="16">
                  <c:v>0.41</c:v>
                </c:pt>
                <c:pt idx="17">
                  <c:v>0.42</c:v>
                </c:pt>
                <c:pt idx="18">
                  <c:v>0.43</c:v>
                </c:pt>
                <c:pt idx="19">
                  <c:v>0.44</c:v>
                </c:pt>
                <c:pt idx="20">
                  <c:v>0.45</c:v>
                </c:pt>
                <c:pt idx="21">
                  <c:v>0.46</c:v>
                </c:pt>
                <c:pt idx="22">
                  <c:v>0.47</c:v>
                </c:pt>
                <c:pt idx="23">
                  <c:v>0.48</c:v>
                </c:pt>
                <c:pt idx="24">
                  <c:v>0.49</c:v>
                </c:pt>
                <c:pt idx="25">
                  <c:v>0.50</c:v>
                </c:pt>
                <c:pt idx="26">
                  <c:v>0.51</c:v>
                </c:pt>
                <c:pt idx="27">
                  <c:v>0.52</c:v>
                </c:pt>
                <c:pt idx="28">
                  <c:v>0.53</c:v>
                </c:pt>
                <c:pt idx="29">
                  <c:v>0.54</c:v>
                </c:pt>
                <c:pt idx="30">
                  <c:v>0.55</c:v>
                </c:pt>
                <c:pt idx="31">
                  <c:v>0.56</c:v>
                </c:pt>
                <c:pt idx="32">
                  <c:v>0.57</c:v>
                </c:pt>
                <c:pt idx="33">
                  <c:v>0.58</c:v>
                </c:pt>
                <c:pt idx="34">
                  <c:v>0.59</c:v>
                </c:pt>
                <c:pt idx="35">
                  <c:v>0.60</c:v>
                </c:pt>
                <c:pt idx="36">
                  <c:v>0.61</c:v>
                </c:pt>
                <c:pt idx="37">
                  <c:v>0.62</c:v>
                </c:pt>
                <c:pt idx="38">
                  <c:v>0.63</c:v>
                </c:pt>
                <c:pt idx="39">
                  <c:v>0.64</c:v>
                </c:pt>
                <c:pt idx="40">
                  <c:v>0.65</c:v>
                </c:pt>
                <c:pt idx="41">
                  <c:v>0.66</c:v>
                </c:pt>
                <c:pt idx="42">
                  <c:v>0.68</c:v>
                </c:pt>
                <c:pt idx="43">
                  <c:v>0.69</c:v>
                </c:pt>
                <c:pt idx="44">
                  <c:v>0.70</c:v>
                </c:pt>
                <c:pt idx="45">
                  <c:v>0.71</c:v>
                </c:pt>
                <c:pt idx="46">
                  <c:v>0.72</c:v>
                </c:pt>
                <c:pt idx="47">
                  <c:v>0.74</c:v>
                </c:pt>
                <c:pt idx="48">
                  <c:v>0.75</c:v>
                </c:pt>
                <c:pt idx="49">
                  <c:v>0.76</c:v>
                </c:pt>
                <c:pt idx="50">
                  <c:v>0.77</c:v>
                </c:pt>
                <c:pt idx="51">
                  <c:v>0.80</c:v>
                </c:pt>
                <c:pt idx="52">
                  <c:v>0.81</c:v>
                </c:pt>
                <c:pt idx="53">
                  <c:v>0.82</c:v>
                </c:pt>
                <c:pt idx="54">
                  <c:v>0.86</c:v>
                </c:pt>
                <c:pt idx="55">
                  <c:v>0.87</c:v>
                </c:pt>
                <c:pt idx="56">
                  <c:v>0.88</c:v>
                </c:pt>
                <c:pt idx="57">
                  <c:v>0.92</c:v>
                </c:pt>
                <c:pt idx="58">
                  <c:v>0.93</c:v>
                </c:pt>
                <c:pt idx="59">
                  <c:v>0.94</c:v>
                </c:pt>
                <c:pt idx="60">
                  <c:v>1.00</c:v>
                </c:pt>
              </c:strCache>
            </c:strRef>
          </c:cat>
          <c:val>
            <c:numRef>
              <c:f>'hum vs rentals'!$B$4:$B$65</c:f>
              <c:numCache>
                <c:formatCode>General</c:formatCode>
                <c:ptCount val="61"/>
                <c:pt idx="0">
                  <c:v>73</c:v>
                </c:pt>
                <c:pt idx="1">
                  <c:v>62</c:v>
                </c:pt>
                <c:pt idx="2">
                  <c:v>282</c:v>
                </c:pt>
                <c:pt idx="3">
                  <c:v>78</c:v>
                </c:pt>
                <c:pt idx="4">
                  <c:v>814</c:v>
                </c:pt>
                <c:pt idx="5">
                  <c:v>76</c:v>
                </c:pt>
                <c:pt idx="6">
                  <c:v>768</c:v>
                </c:pt>
                <c:pt idx="7">
                  <c:v>398</c:v>
                </c:pt>
                <c:pt idx="8">
                  <c:v>340</c:v>
                </c:pt>
                <c:pt idx="9">
                  <c:v>295</c:v>
                </c:pt>
                <c:pt idx="10">
                  <c:v>670</c:v>
                </c:pt>
                <c:pt idx="11">
                  <c:v>587</c:v>
                </c:pt>
                <c:pt idx="12">
                  <c:v>1225</c:v>
                </c:pt>
                <c:pt idx="13">
                  <c:v>1325</c:v>
                </c:pt>
                <c:pt idx="14">
                  <c:v>426</c:v>
                </c:pt>
                <c:pt idx="15">
                  <c:v>1636</c:v>
                </c:pt>
                <c:pt idx="16">
                  <c:v>927</c:v>
                </c:pt>
                <c:pt idx="17">
                  <c:v>480</c:v>
                </c:pt>
                <c:pt idx="18">
                  <c:v>610</c:v>
                </c:pt>
                <c:pt idx="19">
                  <c:v>621</c:v>
                </c:pt>
                <c:pt idx="20">
                  <c:v>795</c:v>
                </c:pt>
                <c:pt idx="21">
                  <c:v>379</c:v>
                </c:pt>
                <c:pt idx="22">
                  <c:v>2469</c:v>
                </c:pt>
                <c:pt idx="23">
                  <c:v>816</c:v>
                </c:pt>
                <c:pt idx="24">
                  <c:v>988</c:v>
                </c:pt>
                <c:pt idx="25">
                  <c:v>1491</c:v>
                </c:pt>
                <c:pt idx="26">
                  <c:v>1996</c:v>
                </c:pt>
                <c:pt idx="27">
                  <c:v>358</c:v>
                </c:pt>
                <c:pt idx="28">
                  <c:v>8</c:v>
                </c:pt>
                <c:pt idx="29">
                  <c:v>354</c:v>
                </c:pt>
                <c:pt idx="30">
                  <c:v>1464</c:v>
                </c:pt>
                <c:pt idx="31">
                  <c:v>740</c:v>
                </c:pt>
                <c:pt idx="32">
                  <c:v>446</c:v>
                </c:pt>
                <c:pt idx="33">
                  <c:v>181</c:v>
                </c:pt>
                <c:pt idx="34">
                  <c:v>1442</c:v>
                </c:pt>
                <c:pt idx="35">
                  <c:v>345</c:v>
                </c:pt>
                <c:pt idx="36">
                  <c:v>161</c:v>
                </c:pt>
                <c:pt idx="37">
                  <c:v>120</c:v>
                </c:pt>
                <c:pt idx="38">
                  <c:v>169</c:v>
                </c:pt>
                <c:pt idx="39">
                  <c:v>559</c:v>
                </c:pt>
                <c:pt idx="40">
                  <c:v>402</c:v>
                </c:pt>
                <c:pt idx="41">
                  <c:v>168</c:v>
                </c:pt>
                <c:pt idx="42">
                  <c:v>162</c:v>
                </c:pt>
                <c:pt idx="43">
                  <c:v>945</c:v>
                </c:pt>
                <c:pt idx="44">
                  <c:v>27</c:v>
                </c:pt>
                <c:pt idx="45">
                  <c:v>154</c:v>
                </c:pt>
                <c:pt idx="46">
                  <c:v>200</c:v>
                </c:pt>
                <c:pt idx="47">
                  <c:v>740</c:v>
                </c:pt>
                <c:pt idx="48">
                  <c:v>40</c:v>
                </c:pt>
                <c:pt idx="49">
                  <c:v>130</c:v>
                </c:pt>
                <c:pt idx="50">
                  <c:v>196</c:v>
                </c:pt>
                <c:pt idx="51">
                  <c:v>577</c:v>
                </c:pt>
                <c:pt idx="52">
                  <c:v>269</c:v>
                </c:pt>
                <c:pt idx="53">
                  <c:v>285</c:v>
                </c:pt>
                <c:pt idx="54">
                  <c:v>700</c:v>
                </c:pt>
                <c:pt idx="55">
                  <c:v>462</c:v>
                </c:pt>
                <c:pt idx="56">
                  <c:v>128</c:v>
                </c:pt>
                <c:pt idx="57">
                  <c:v>90</c:v>
                </c:pt>
                <c:pt idx="58">
                  <c:v>1186</c:v>
                </c:pt>
                <c:pt idx="59">
                  <c:v>54</c:v>
                </c:pt>
                <c:pt idx="60">
                  <c:v>9</c:v>
                </c:pt>
              </c:numCache>
            </c:numRef>
          </c:val>
          <c:smooth val="0"/>
          <c:extLst>
            <c:ext xmlns:c16="http://schemas.microsoft.com/office/drawing/2014/chart" uri="{C3380CC4-5D6E-409C-BE32-E72D297353CC}">
              <c16:uniqueId val="{00000000-9055-482D-BC9D-19FB66AD4636}"/>
            </c:ext>
          </c:extLst>
        </c:ser>
        <c:dLbls>
          <c:showLegendKey val="0"/>
          <c:showVal val="0"/>
          <c:showCatName val="0"/>
          <c:showSerName val="0"/>
          <c:showPercent val="0"/>
          <c:showBubbleSize val="0"/>
        </c:dLbls>
        <c:smooth val="0"/>
        <c:axId val="450155392"/>
        <c:axId val="450159000"/>
      </c:lineChart>
      <c:catAx>
        <c:axId val="45015539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hum</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50159000"/>
        <c:crosses val="autoZero"/>
        <c:auto val="1"/>
        <c:lblAlgn val="ctr"/>
        <c:lblOffset val="100"/>
        <c:noMultiLvlLbl val="0"/>
      </c:catAx>
      <c:valAx>
        <c:axId val="4501590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Total</a:t>
                </a:r>
                <a:r>
                  <a:rPr lang="en-IN" baseline="0"/>
                  <a:t> Rentals</a:t>
                </a:r>
                <a:endParaRPr lang="en-IN"/>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501553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[dataset_3-internship.xlsx]hr vs cnt!PivotTable1</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Rentals by Hour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w="28575" cap="rnd">
            <a:solidFill>
              <a:schemeClr val="accent2"/>
            </a:solidFill>
            <a:round/>
          </a:ln>
          <a:effectLst/>
        </c:spPr>
        <c:marker>
          <c:symbol val="none"/>
        </c:marker>
      </c:pivotFmt>
      <c:pivotFmt>
        <c:idx val="1"/>
        <c:marker>
          <c:spPr>
            <a:solidFill>
              <a:schemeClr val="accent2"/>
            </a:solidFill>
            <a:ln w="9525">
              <a:solidFill>
                <a:schemeClr val="accent2"/>
              </a:solidFill>
            </a:ln>
            <a:effectLst/>
          </c:spPr>
        </c:marker>
      </c:pivotFmt>
      <c:pivotFmt>
        <c:idx val="2"/>
        <c:spPr>
          <a:solidFill>
            <a:schemeClr val="accent2"/>
          </a:solidFill>
          <a:ln w="28575" cap="rnd">
            <a:solidFill>
              <a:schemeClr val="accent2"/>
            </a:solidFill>
            <a:round/>
          </a:ln>
          <a:effectLst/>
        </c:spPr>
        <c:marker>
          <c:symbol val="none"/>
        </c:marker>
      </c:pivotFmt>
      <c:pivotFmt>
        <c:idx val="3"/>
        <c:spPr>
          <a:solidFill>
            <a:schemeClr val="accent2"/>
          </a:solidFill>
          <a:ln w="28575" cap="rnd">
            <a:solidFill>
              <a:schemeClr val="accent2"/>
            </a:solidFill>
            <a:round/>
          </a:ln>
          <a:effectLst/>
        </c:spPr>
        <c:marker>
          <c:symbol val="none"/>
        </c:marker>
      </c:pivotFmt>
      <c:pivotFmt>
        <c:idx val="4"/>
        <c:spPr>
          <a:solidFill>
            <a:schemeClr val="accent2"/>
          </a:solidFill>
          <a:ln w="28575" cap="rnd">
            <a:solidFill>
              <a:schemeClr val="accent2"/>
            </a:solidFill>
            <a:round/>
          </a:ln>
          <a:effectLst/>
        </c:spPr>
        <c:marker>
          <c:symbol val="none"/>
        </c:marker>
      </c:pivotFmt>
    </c:pivotFmts>
    <c:plotArea>
      <c:layout/>
      <c:lineChart>
        <c:grouping val="standard"/>
        <c:varyColors val="0"/>
        <c:ser>
          <c:idx val="0"/>
          <c:order val="0"/>
          <c:tx>
            <c:strRef>
              <c:f>'hr vs cnt'!$B$3</c:f>
              <c:strCache>
                <c:ptCount val="1"/>
                <c:pt idx="0">
                  <c:v>Total</c:v>
                </c:pt>
              </c:strCache>
            </c:strRef>
          </c:tx>
          <c:spPr>
            <a:ln w="28575" cap="rnd">
              <a:solidFill>
                <a:schemeClr val="accent2"/>
              </a:solidFill>
              <a:round/>
            </a:ln>
            <a:effectLst/>
          </c:spPr>
          <c:marker>
            <c:symbol val="none"/>
          </c:marker>
          <c:cat>
            <c:strRef>
              <c:f>'hr vs cnt'!$A$4:$A$28</c:f>
              <c:strCache>
                <c:ptCount val="24"/>
                <c:pt idx="0">
                  <c:v>0.00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'hr vs cnt'!$B$4:$B$28</c:f>
              <c:numCache>
                <c:formatCode>General</c:formatCode>
                <c:ptCount val="24"/>
                <c:pt idx="0">
                  <c:v>333</c:v>
                </c:pt>
                <c:pt idx="1">
                  <c:v>221</c:v>
                </c:pt>
                <c:pt idx="2">
                  <c:v>124</c:v>
                </c:pt>
                <c:pt idx="3">
                  <c:v>75</c:v>
                </c:pt>
                <c:pt idx="4">
                  <c:v>31</c:v>
                </c:pt>
                <c:pt idx="5">
                  <c:v>69</c:v>
                </c:pt>
                <c:pt idx="6">
                  <c:v>346</c:v>
                </c:pt>
                <c:pt idx="7">
                  <c:v>946</c:v>
                </c:pt>
                <c:pt idx="8">
                  <c:v>2070</c:v>
                </c:pt>
                <c:pt idx="9">
                  <c:v>1476</c:v>
                </c:pt>
                <c:pt idx="10">
                  <c:v>952</c:v>
                </c:pt>
                <c:pt idx="11">
                  <c:v>1039</c:v>
                </c:pt>
                <c:pt idx="12">
                  <c:v>1347</c:v>
                </c:pt>
                <c:pt idx="13">
                  <c:v>1361</c:v>
                </c:pt>
                <c:pt idx="14">
                  <c:v>1373</c:v>
                </c:pt>
                <c:pt idx="15">
                  <c:v>1418</c:v>
                </c:pt>
                <c:pt idx="16">
                  <c:v>1728</c:v>
                </c:pt>
                <c:pt idx="17">
                  <c:v>2619</c:v>
                </c:pt>
                <c:pt idx="18">
                  <c:v>2201</c:v>
                </c:pt>
                <c:pt idx="19">
                  <c:v>1448</c:v>
                </c:pt>
                <c:pt idx="20">
                  <c:v>1115</c:v>
                </c:pt>
                <c:pt idx="21">
                  <c:v>921</c:v>
                </c:pt>
                <c:pt idx="22">
                  <c:v>670</c:v>
                </c:pt>
                <c:pt idx="23">
                  <c:v>523</c:v>
                </c:pt>
              </c:numCache>
            </c:numRef>
          </c:val>
          <c:smooth val="0"/>
          <c:extLst>
            <c:ext xmlns:c16="http://schemas.microsoft.com/office/drawing/2014/chart" uri="{C3380CC4-5D6E-409C-BE32-E72D297353CC}">
              <c16:uniqueId val="{00000000-BFF0-4BFE-B7F4-8F2E60A54BAD}"/>
            </c:ext>
          </c:extLst>
        </c:ser>
        <c:dLbls>
          <c:showLegendKey val="0"/>
          <c:showVal val="0"/>
          <c:showCatName val="0"/>
          <c:showSerName val="0"/>
          <c:showPercent val="0"/>
          <c:showBubbleSize val="0"/>
        </c:dLbls>
        <c:smooth val="0"/>
        <c:axId val="531640256"/>
        <c:axId val="531642880"/>
      </c:lineChart>
      <c:catAx>
        <c:axId val="53164025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Hour of</a:t>
                </a:r>
                <a:r>
                  <a:rPr lang="en-IN" baseline="0"/>
                  <a:t> the day</a:t>
                </a:r>
                <a:endParaRPr lang="en-IN"/>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1642880"/>
        <c:crosses val="autoZero"/>
        <c:auto val="1"/>
        <c:lblAlgn val="ctr"/>
        <c:lblOffset val="100"/>
        <c:noMultiLvlLbl val="0"/>
      </c:catAx>
      <c:valAx>
        <c:axId val="53164288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Total</a:t>
                </a:r>
                <a:r>
                  <a:rPr lang="en-IN" baseline="0"/>
                  <a:t> Bike Renatls</a:t>
                </a:r>
                <a:endParaRPr lang="en-IN"/>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1640256"/>
        <c:crosses val="autoZero"/>
        <c:crossBetween val="between"/>
      </c:valAx>
      <c:spPr>
        <a:noFill/>
        <a:ln>
          <a:noFill/>
        </a:ln>
        <a:effectLst>
          <a:softEdge rad="12700"/>
        </a:effectLst>
      </c:spPr>
    </c:plotArea>
    <c:plotVisOnly val="1"/>
    <c:dispBlanksAs val="gap"/>
    <c:showDLblsOverMax val="0"/>
  </c:chart>
  <c:spPr>
    <a:solidFill>
      <a:schemeClr val="bg1"/>
    </a:solidFill>
    <a:ln w="9525" cap="flat" cmpd="sng" algn="ctr">
      <a:solidFill>
        <a:schemeClr val="tx1">
          <a:lumMod val="15000"/>
          <a:lumOff val="85000"/>
        </a:schemeClr>
      </a:solidFill>
      <a:round/>
    </a:ln>
    <a:effectLst>
      <a:softEdge rad="0"/>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[dataset_3-internship.xlsx]days vs registered users!PivotTable1</c:name>
    <c:fmtId val="3"/>
  </c:pivotSource>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en-IN"/>
              <a:t>Usage of bikes by registered users on days </a:t>
            </a:r>
          </a:p>
        </c:rich>
      </c:tx>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US"/>
        </a:p>
      </c:txPr>
    </c:title>
    <c:autoTitleDeleted val="0"/>
    <c:pivotFmts>
      <c:pivotFmt>
        <c:idx val="0"/>
      </c:pivotFmt>
      <c:pivotFmt>
        <c:idx val="1"/>
        <c:spPr>
          <a:gradFill>
            <a:gsLst>
              <a:gs pos="0">
                <a:schemeClr val="accent3"/>
              </a:gs>
              <a:gs pos="100000">
                <a:schemeClr val="accent3">
                  <a:lumMod val="84000"/>
                </a:schemeClr>
              </a:gs>
            </a:gsLst>
            <a:lin ang="5400000" scaled="1"/>
          </a:gradFill>
          <a:ln>
            <a:noFill/>
          </a:ln>
          <a:effectLst>
            <a:outerShdw blurRad="76200" dir="18900000" sy="23000" kx="-1200000" algn="bl" rotWithShape="0">
              <a:prstClr val="black">
                <a:alpha val="20000"/>
              </a:prstClr>
            </a:outerShdw>
          </a:effectLst>
        </c:spPr>
        <c:marker>
          <c:spPr>
            <a:gradFill>
              <a:gsLst>
                <a:gs pos="0">
                  <a:schemeClr val="accent3"/>
                </a:gs>
                <a:gs pos="100000">
                  <a:schemeClr val="accent3">
                    <a:lumMod val="84000"/>
                  </a:schemeClr>
                </a:gs>
              </a:gsLst>
              <a:lin ang="5400000" scaled="1"/>
            </a:gradFill>
            <a:ln>
              <a:noFill/>
            </a:ln>
            <a:effectLst>
              <a:outerShdw blurRad="76200" dir="18900000" sy="23000" kx="-1200000" algn="bl" rotWithShape="0">
                <a:prstClr val="black">
                  <a:alpha val="20000"/>
                </a:prstClr>
              </a:outerShdw>
            </a:effectLst>
          </c:spPr>
        </c:marker>
        <c:dLbl>
          <c:idx val="0"/>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gradFill>
            <a:gsLst>
              <a:gs pos="0">
                <a:schemeClr val="accent3"/>
              </a:gs>
              <a:gs pos="100000">
                <a:schemeClr val="accent3">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gradFill>
            <a:gsLst>
              <a:gs pos="0">
                <a:schemeClr val="accent3"/>
              </a:gs>
              <a:gs pos="100000">
                <a:schemeClr val="accent3">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gradFill>
            <a:gsLst>
              <a:gs pos="0">
                <a:schemeClr val="accent3"/>
              </a:gs>
              <a:gs pos="100000">
                <a:schemeClr val="accent3">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'days vs registered users'!$B$3</c:f>
              <c:strCache>
                <c:ptCount val="1"/>
                <c:pt idx="0">
                  <c:v>Total</c:v>
                </c:pt>
              </c:strCache>
            </c:strRef>
          </c:tx>
          <c:spPr>
            <a:gradFill>
              <a:gsLst>
                <a:gs pos="0">
                  <a:schemeClr val="accent3"/>
                </a:gs>
                <a:gs pos="100000">
                  <a:schemeClr val="accent3">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'days vs registered users'!$A$4:$A$11</c:f>
              <c:strCache>
                <c:ptCount val="7"/>
                <c:pt idx="0">
                  <c:v>Sunday</c:v>
                </c:pt>
                <c:pt idx="1">
                  <c:v>Monday</c:v>
                </c:pt>
                <c:pt idx="2">
                  <c:v>Tuesday</c:v>
                </c:pt>
                <c:pt idx="3">
                  <c:v>Wednesday</c:v>
                </c:pt>
                <c:pt idx="4">
                  <c:v>Thursday</c:v>
                </c:pt>
                <c:pt idx="5">
                  <c:v>Friday</c:v>
                </c:pt>
                <c:pt idx="6">
                  <c:v>Satuday</c:v>
                </c:pt>
              </c:strCache>
            </c:strRef>
          </c:cat>
          <c:val>
            <c:numRef>
              <c:f>'days vs registered users'!$B$4:$B$11</c:f>
              <c:numCache>
                <c:formatCode>General</c:formatCode>
                <c:ptCount val="7"/>
                <c:pt idx="0">
                  <c:v>3417</c:v>
                </c:pt>
                <c:pt idx="1">
                  <c:v>3194</c:v>
                </c:pt>
                <c:pt idx="2">
                  <c:v>2779</c:v>
                </c:pt>
                <c:pt idx="3">
                  <c:v>3006</c:v>
                </c:pt>
                <c:pt idx="4">
                  <c:v>2980</c:v>
                </c:pt>
                <c:pt idx="5">
                  <c:v>3791</c:v>
                </c:pt>
                <c:pt idx="6">
                  <c:v>3064</c:v>
                </c:pt>
              </c:numCache>
            </c:numRef>
          </c:val>
          <c:extLst>
            <c:ext xmlns:c16="http://schemas.microsoft.com/office/drawing/2014/chart" uri="{C3380CC4-5D6E-409C-BE32-E72D297353CC}">
              <c16:uniqueId val="{00000000-BFE3-4EAE-AF74-B086A4F675EF}"/>
            </c:ext>
          </c:extLst>
        </c:ser>
        <c:dLbls>
          <c:dLblPos val="inEnd"/>
          <c:showLegendKey val="0"/>
          <c:showVal val="1"/>
          <c:showCatName val="0"/>
          <c:showSerName val="0"/>
          <c:showPercent val="0"/>
          <c:showBubbleSize val="0"/>
        </c:dLbls>
        <c:gapWidth val="41"/>
        <c:axId val="539909008"/>
        <c:axId val="539908352"/>
      </c:barChart>
      <c:catAx>
        <c:axId val="539909008"/>
        <c:scaling>
          <c:orientation val="minMax"/>
        </c:scaling>
        <c:delete val="0"/>
        <c:axPos val="b"/>
        <c:title>
          <c:tx>
            <c:rich>
              <a:bodyPr rot="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r>
                  <a:rPr lang="en-IN"/>
                  <a:t>Weekdays</a:t>
                </a:r>
              </a:p>
            </c:rich>
          </c:tx>
          <c:overlay val="0"/>
          <c:spPr>
            <a:noFill/>
            <a:ln>
              <a:noFill/>
            </a:ln>
            <a:effectLst/>
          </c:spPr>
          <c:txPr>
            <a:bodyPr rot="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effectLst/>
                <a:latin typeface="+mn-lt"/>
                <a:ea typeface="+mn-ea"/>
                <a:cs typeface="+mn-cs"/>
              </a:defRPr>
            </a:pPr>
            <a:endParaRPr lang="en-US"/>
          </a:p>
        </c:txPr>
        <c:crossAx val="539908352"/>
        <c:crosses val="autoZero"/>
        <c:auto val="1"/>
        <c:lblAlgn val="ctr"/>
        <c:lblOffset val="100"/>
        <c:noMultiLvlLbl val="0"/>
      </c:catAx>
      <c:valAx>
        <c:axId val="539908352"/>
        <c:scaling>
          <c:orientation val="minMax"/>
        </c:scaling>
        <c:delete val="1"/>
        <c:axPos val="l"/>
        <c:title>
          <c:tx>
            <c:rich>
              <a:bodyPr rot="-540000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r>
                  <a:rPr lang="en-IN"/>
                  <a:t>Total registered users</a:t>
                </a:r>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539909008"/>
        <c:crosses val="autoZero"/>
        <c:crossBetween val="between"/>
      </c:valAx>
      <c:spPr>
        <a:noFill/>
        <a:ln>
          <a:noFill/>
        </a:ln>
        <a:effectLst/>
      </c:spPr>
    </c:plotArea>
    <c:plotVisOnly val="1"/>
    <c:dispBlanksAs val="gap"/>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smtClean="0"/>
              <a:t>CORREL CHART- TEMPERATURE </a:t>
            </a:r>
            <a:r>
              <a:rPr lang="en-US" dirty="0"/>
              <a:t>AND RENTALS</a:t>
            </a:r>
          </a:p>
        </c:rich>
      </c:tx>
      <c:layout>
        <c:manualLayout>
          <c:xMode val="edge"/>
          <c:yMode val="edge"/>
          <c:x val="0.17468820861678003"/>
          <c:y val="4.7525155588752477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'Final data'!$Q$1</c:f>
              <c:strCache>
                <c:ptCount val="1"/>
                <c:pt idx="0">
                  <c:v>cnt</c:v>
                </c:pt>
              </c:strCache>
            </c:strRef>
          </c:tx>
          <c:spPr>
            <a:ln w="19050" cap="rnd">
              <a:noFill/>
              <a:round/>
            </a:ln>
            <a:effectLst/>
          </c:spPr>
          <c:marker>
            <c:symbol val="circle"/>
            <c:size val="5"/>
            <c:spPr>
              <a:solidFill>
                <a:schemeClr val="accent4"/>
              </a:solidFill>
              <a:ln w="9525">
                <a:solidFill>
                  <a:schemeClr val="accent4"/>
                </a:solidFill>
              </a:ln>
              <a:effectLst/>
            </c:spPr>
          </c:marker>
          <c:xVal>
            <c:numRef>
              <c:f>'Final data'!$K$2:$K$1001</c:f>
              <c:numCache>
                <c:formatCode>0.00</c:formatCode>
                <c:ptCount val="1000"/>
                <c:pt idx="0">
                  <c:v>0.24</c:v>
                </c:pt>
                <c:pt idx="1">
                  <c:v>0.22</c:v>
                </c:pt>
                <c:pt idx="2">
                  <c:v>0.22</c:v>
                </c:pt>
                <c:pt idx="3">
                  <c:v>0.24</c:v>
                </c:pt>
                <c:pt idx="4">
                  <c:v>0.24</c:v>
                </c:pt>
                <c:pt idx="5">
                  <c:v>0.24</c:v>
                </c:pt>
                <c:pt idx="6">
                  <c:v>0.22</c:v>
                </c:pt>
                <c:pt idx="7">
                  <c:v>0.2</c:v>
                </c:pt>
                <c:pt idx="8">
                  <c:v>0.24</c:v>
                </c:pt>
                <c:pt idx="9">
                  <c:v>0.32</c:v>
                </c:pt>
                <c:pt idx="10">
                  <c:v>0.38</c:v>
                </c:pt>
                <c:pt idx="11">
                  <c:v>0.36</c:v>
                </c:pt>
                <c:pt idx="12">
                  <c:v>0.42</c:v>
                </c:pt>
                <c:pt idx="13">
                  <c:v>0.46</c:v>
                </c:pt>
                <c:pt idx="14">
                  <c:v>0.46</c:v>
                </c:pt>
                <c:pt idx="15">
                  <c:v>0.44</c:v>
                </c:pt>
                <c:pt idx="16">
                  <c:v>0.42</c:v>
                </c:pt>
                <c:pt idx="17">
                  <c:v>0.44</c:v>
                </c:pt>
                <c:pt idx="18">
                  <c:v>0.42</c:v>
                </c:pt>
                <c:pt idx="19">
                  <c:v>0.42</c:v>
                </c:pt>
                <c:pt idx="20">
                  <c:v>0.4</c:v>
                </c:pt>
                <c:pt idx="21">
                  <c:v>0.4</c:v>
                </c:pt>
                <c:pt idx="22">
                  <c:v>0.4</c:v>
                </c:pt>
                <c:pt idx="23">
                  <c:v>0.46</c:v>
                </c:pt>
                <c:pt idx="24">
                  <c:v>0.46</c:v>
                </c:pt>
                <c:pt idx="25">
                  <c:v>0.44</c:v>
                </c:pt>
                <c:pt idx="26">
                  <c:v>0.42</c:v>
                </c:pt>
                <c:pt idx="27">
                  <c:v>0.46</c:v>
                </c:pt>
                <c:pt idx="28">
                  <c:v>0.46</c:v>
                </c:pt>
                <c:pt idx="29">
                  <c:v>0.42</c:v>
                </c:pt>
                <c:pt idx="30">
                  <c:v>0.4</c:v>
                </c:pt>
                <c:pt idx="31">
                  <c:v>0.4</c:v>
                </c:pt>
                <c:pt idx="32">
                  <c:v>0.38</c:v>
                </c:pt>
                <c:pt idx="33">
                  <c:v>0.36</c:v>
                </c:pt>
                <c:pt idx="34">
                  <c:v>0.36</c:v>
                </c:pt>
                <c:pt idx="35">
                  <c:v>0.36</c:v>
                </c:pt>
                <c:pt idx="36">
                  <c:v>0.36</c:v>
                </c:pt>
                <c:pt idx="37">
                  <c:v>0.36</c:v>
                </c:pt>
                <c:pt idx="38">
                  <c:v>0.34</c:v>
                </c:pt>
                <c:pt idx="39">
                  <c:v>0.34</c:v>
                </c:pt>
                <c:pt idx="40">
                  <c:v>0.34</c:v>
                </c:pt>
                <c:pt idx="41">
                  <c:v>0.36</c:v>
                </c:pt>
                <c:pt idx="42">
                  <c:v>0.32</c:v>
                </c:pt>
                <c:pt idx="43">
                  <c:v>0.3</c:v>
                </c:pt>
                <c:pt idx="44">
                  <c:v>0.26</c:v>
                </c:pt>
                <c:pt idx="45">
                  <c:v>0.24</c:v>
                </c:pt>
                <c:pt idx="46">
                  <c:v>0.22</c:v>
                </c:pt>
                <c:pt idx="47">
                  <c:v>0.22</c:v>
                </c:pt>
                <c:pt idx="48">
                  <c:v>0.2</c:v>
                </c:pt>
                <c:pt idx="49">
                  <c:v>0.16</c:v>
                </c:pt>
                <c:pt idx="50">
                  <c:v>0.16</c:v>
                </c:pt>
                <c:pt idx="51">
                  <c:v>0.14000000000000001</c:v>
                </c:pt>
                <c:pt idx="52">
                  <c:v>0.14000000000000001</c:v>
                </c:pt>
                <c:pt idx="53">
                  <c:v>0.14000000000000001</c:v>
                </c:pt>
                <c:pt idx="54">
                  <c:v>0.16</c:v>
                </c:pt>
                <c:pt idx="55">
                  <c:v>0.18</c:v>
                </c:pt>
                <c:pt idx="56">
                  <c:v>0.2</c:v>
                </c:pt>
                <c:pt idx="57">
                  <c:v>0.22</c:v>
                </c:pt>
                <c:pt idx="58">
                  <c:v>0.24</c:v>
                </c:pt>
                <c:pt idx="59">
                  <c:v>0.26</c:v>
                </c:pt>
                <c:pt idx="60">
                  <c:v>0.26</c:v>
                </c:pt>
                <c:pt idx="61">
                  <c:v>0.26</c:v>
                </c:pt>
                <c:pt idx="62">
                  <c:v>0.24</c:v>
                </c:pt>
                <c:pt idx="63">
                  <c:v>0.24</c:v>
                </c:pt>
                <c:pt idx="64">
                  <c:v>0.2</c:v>
                </c:pt>
                <c:pt idx="65">
                  <c:v>0.2</c:v>
                </c:pt>
                <c:pt idx="66">
                  <c:v>0.18</c:v>
                </c:pt>
                <c:pt idx="67">
                  <c:v>0.14000000000000001</c:v>
                </c:pt>
                <c:pt idx="68">
                  <c:v>0.18</c:v>
                </c:pt>
                <c:pt idx="69">
                  <c:v>0.16</c:v>
                </c:pt>
                <c:pt idx="70">
                  <c:v>0.16</c:v>
                </c:pt>
                <c:pt idx="71">
                  <c:v>0.14000000000000001</c:v>
                </c:pt>
                <c:pt idx="72">
                  <c:v>0.14000000000000001</c:v>
                </c:pt>
                <c:pt idx="73">
                  <c:v>0.12</c:v>
                </c:pt>
                <c:pt idx="74">
                  <c:v>0.12</c:v>
                </c:pt>
                <c:pt idx="75">
                  <c:v>0.12</c:v>
                </c:pt>
                <c:pt idx="76">
                  <c:v>0.14000000000000001</c:v>
                </c:pt>
                <c:pt idx="77">
                  <c:v>0.16</c:v>
                </c:pt>
                <c:pt idx="78">
                  <c:v>0.16</c:v>
                </c:pt>
                <c:pt idx="79">
                  <c:v>0.22</c:v>
                </c:pt>
                <c:pt idx="80">
                  <c:v>0.22</c:v>
                </c:pt>
                <c:pt idx="81">
                  <c:v>0.24</c:v>
                </c:pt>
                <c:pt idx="82">
                  <c:v>0.26</c:v>
                </c:pt>
                <c:pt idx="83">
                  <c:v>0.28000000000000003</c:v>
                </c:pt>
                <c:pt idx="84">
                  <c:v>0.3</c:v>
                </c:pt>
                <c:pt idx="85">
                  <c:v>0.28000000000000003</c:v>
                </c:pt>
                <c:pt idx="86">
                  <c:v>0.26</c:v>
                </c:pt>
                <c:pt idx="87">
                  <c:v>0.24</c:v>
                </c:pt>
                <c:pt idx="88">
                  <c:v>0.24</c:v>
                </c:pt>
                <c:pt idx="89">
                  <c:v>0.22</c:v>
                </c:pt>
                <c:pt idx="90">
                  <c:v>0.22</c:v>
                </c:pt>
                <c:pt idx="91">
                  <c:v>0.2</c:v>
                </c:pt>
                <c:pt idx="92">
                  <c:v>0.2</c:v>
                </c:pt>
                <c:pt idx="93">
                  <c:v>0.16</c:v>
                </c:pt>
                <c:pt idx="94">
                  <c:v>0.16</c:v>
                </c:pt>
                <c:pt idx="95">
                  <c:v>0.24</c:v>
                </c:pt>
                <c:pt idx="96">
                  <c:v>0.22</c:v>
                </c:pt>
                <c:pt idx="97">
                  <c:v>0.2</c:v>
                </c:pt>
                <c:pt idx="98">
                  <c:v>0.18</c:v>
                </c:pt>
                <c:pt idx="99">
                  <c:v>0.2</c:v>
                </c:pt>
                <c:pt idx="100">
                  <c:v>0.22</c:v>
                </c:pt>
                <c:pt idx="101">
                  <c:v>0.22</c:v>
                </c:pt>
                <c:pt idx="102">
                  <c:v>0.26</c:v>
                </c:pt>
                <c:pt idx="103">
                  <c:v>0.26</c:v>
                </c:pt>
                <c:pt idx="104">
                  <c:v>0.28000000000000003</c:v>
                </c:pt>
                <c:pt idx="105">
                  <c:v>0.3</c:v>
                </c:pt>
                <c:pt idx="106">
                  <c:v>0.3</c:v>
                </c:pt>
                <c:pt idx="107">
                  <c:v>0.3</c:v>
                </c:pt>
                <c:pt idx="108">
                  <c:v>0.24</c:v>
                </c:pt>
                <c:pt idx="109">
                  <c:v>0.24</c:v>
                </c:pt>
                <c:pt idx="110">
                  <c:v>0.24</c:v>
                </c:pt>
                <c:pt idx="111">
                  <c:v>0.22</c:v>
                </c:pt>
                <c:pt idx="112">
                  <c:v>0.2</c:v>
                </c:pt>
                <c:pt idx="113">
                  <c:v>0.18</c:v>
                </c:pt>
                <c:pt idx="114">
                  <c:v>0.2</c:v>
                </c:pt>
                <c:pt idx="115">
                  <c:v>0.18</c:v>
                </c:pt>
                <c:pt idx="116">
                  <c:v>0.16</c:v>
                </c:pt>
                <c:pt idx="117">
                  <c:v>0.16</c:v>
                </c:pt>
                <c:pt idx="118">
                  <c:v>0.16</c:v>
                </c:pt>
                <c:pt idx="119">
                  <c:v>0.14000000000000001</c:v>
                </c:pt>
                <c:pt idx="120">
                  <c:v>0.14000000000000001</c:v>
                </c:pt>
                <c:pt idx="121">
                  <c:v>0.16</c:v>
                </c:pt>
                <c:pt idx="122">
                  <c:v>0.16</c:v>
                </c:pt>
                <c:pt idx="123">
                  <c:v>0.18</c:v>
                </c:pt>
                <c:pt idx="124">
                  <c:v>0.2</c:v>
                </c:pt>
                <c:pt idx="125">
                  <c:v>0.22</c:v>
                </c:pt>
                <c:pt idx="126">
                  <c:v>0.26</c:v>
                </c:pt>
                <c:pt idx="127">
                  <c:v>0.26</c:v>
                </c:pt>
                <c:pt idx="128">
                  <c:v>0.28000000000000003</c:v>
                </c:pt>
                <c:pt idx="129">
                  <c:v>0.28000000000000003</c:v>
                </c:pt>
                <c:pt idx="130">
                  <c:v>0.26</c:v>
                </c:pt>
                <c:pt idx="131">
                  <c:v>0.22</c:v>
                </c:pt>
                <c:pt idx="132">
                  <c:v>0.22</c:v>
                </c:pt>
                <c:pt idx="133">
                  <c:v>0.22</c:v>
                </c:pt>
                <c:pt idx="134">
                  <c:v>0.2</c:v>
                </c:pt>
                <c:pt idx="135">
                  <c:v>0.22</c:v>
                </c:pt>
                <c:pt idx="136">
                  <c:v>0.22</c:v>
                </c:pt>
                <c:pt idx="137">
                  <c:v>0.2</c:v>
                </c:pt>
                <c:pt idx="138">
                  <c:v>0.2</c:v>
                </c:pt>
                <c:pt idx="139">
                  <c:v>0.2</c:v>
                </c:pt>
                <c:pt idx="140">
                  <c:v>0.2</c:v>
                </c:pt>
                <c:pt idx="141">
                  <c:v>0.2</c:v>
                </c:pt>
                <c:pt idx="142">
                  <c:v>0.22</c:v>
                </c:pt>
                <c:pt idx="143">
                  <c:v>0.2</c:v>
                </c:pt>
                <c:pt idx="144">
                  <c:v>0.2</c:v>
                </c:pt>
                <c:pt idx="145">
                  <c:v>0.2</c:v>
                </c:pt>
                <c:pt idx="146">
                  <c:v>0.2</c:v>
                </c:pt>
                <c:pt idx="147">
                  <c:v>0.22</c:v>
                </c:pt>
                <c:pt idx="148">
                  <c:v>0.2</c:v>
                </c:pt>
                <c:pt idx="149">
                  <c:v>0.2</c:v>
                </c:pt>
                <c:pt idx="150">
                  <c:v>0.2</c:v>
                </c:pt>
                <c:pt idx="151">
                  <c:v>0.2</c:v>
                </c:pt>
                <c:pt idx="152">
                  <c:v>0.2</c:v>
                </c:pt>
                <c:pt idx="153">
                  <c:v>0.2</c:v>
                </c:pt>
                <c:pt idx="154">
                  <c:v>0.2</c:v>
                </c:pt>
                <c:pt idx="155">
                  <c:v>0.2</c:v>
                </c:pt>
                <c:pt idx="156">
                  <c:v>0.16</c:v>
                </c:pt>
                <c:pt idx="157">
                  <c:v>0.18</c:v>
                </c:pt>
                <c:pt idx="158">
                  <c:v>0.18</c:v>
                </c:pt>
                <c:pt idx="159">
                  <c:v>0.18</c:v>
                </c:pt>
                <c:pt idx="160">
                  <c:v>0.18</c:v>
                </c:pt>
                <c:pt idx="161">
                  <c:v>0.18</c:v>
                </c:pt>
                <c:pt idx="162">
                  <c:v>0.18</c:v>
                </c:pt>
                <c:pt idx="163">
                  <c:v>0.18</c:v>
                </c:pt>
                <c:pt idx="164">
                  <c:v>0.18</c:v>
                </c:pt>
                <c:pt idx="165">
                  <c:v>0.18</c:v>
                </c:pt>
                <c:pt idx="166">
                  <c:v>0.16</c:v>
                </c:pt>
                <c:pt idx="167">
                  <c:v>0.16</c:v>
                </c:pt>
                <c:pt idx="168">
                  <c:v>0.16</c:v>
                </c:pt>
                <c:pt idx="169">
                  <c:v>0.16</c:v>
                </c:pt>
                <c:pt idx="170">
                  <c:v>0.16</c:v>
                </c:pt>
                <c:pt idx="171">
                  <c:v>0.18</c:v>
                </c:pt>
                <c:pt idx="172">
                  <c:v>0.2</c:v>
                </c:pt>
                <c:pt idx="173">
                  <c:v>0.2</c:v>
                </c:pt>
                <c:pt idx="174">
                  <c:v>0.2</c:v>
                </c:pt>
                <c:pt idx="175">
                  <c:v>0.2</c:v>
                </c:pt>
                <c:pt idx="176">
                  <c:v>0.2</c:v>
                </c:pt>
                <c:pt idx="177">
                  <c:v>0.18</c:v>
                </c:pt>
                <c:pt idx="178">
                  <c:v>0.16</c:v>
                </c:pt>
                <c:pt idx="179">
                  <c:v>0.14000000000000001</c:v>
                </c:pt>
                <c:pt idx="180">
                  <c:v>0.14000000000000001</c:v>
                </c:pt>
                <c:pt idx="181">
                  <c:v>0.12</c:v>
                </c:pt>
                <c:pt idx="182">
                  <c:v>0.12</c:v>
                </c:pt>
                <c:pt idx="183">
                  <c:v>0.12</c:v>
                </c:pt>
                <c:pt idx="184">
                  <c:v>0.1</c:v>
                </c:pt>
                <c:pt idx="185">
                  <c:v>0.1</c:v>
                </c:pt>
                <c:pt idx="186">
                  <c:v>0.1</c:v>
                </c:pt>
                <c:pt idx="187">
                  <c:v>0.1</c:v>
                </c:pt>
                <c:pt idx="188">
                  <c:v>0.1</c:v>
                </c:pt>
                <c:pt idx="189">
                  <c:v>0.08</c:v>
                </c:pt>
                <c:pt idx="190">
                  <c:v>0.08</c:v>
                </c:pt>
                <c:pt idx="191">
                  <c:v>0.1</c:v>
                </c:pt>
                <c:pt idx="192">
                  <c:v>0.08</c:v>
                </c:pt>
                <c:pt idx="193">
                  <c:v>0.1</c:v>
                </c:pt>
                <c:pt idx="194">
                  <c:v>0.12</c:v>
                </c:pt>
                <c:pt idx="195">
                  <c:v>0.14000000000000001</c:v>
                </c:pt>
                <c:pt idx="196">
                  <c:v>0.16</c:v>
                </c:pt>
                <c:pt idx="197">
                  <c:v>0.18</c:v>
                </c:pt>
                <c:pt idx="198">
                  <c:v>0.2</c:v>
                </c:pt>
                <c:pt idx="199">
                  <c:v>0.22</c:v>
                </c:pt>
                <c:pt idx="200">
                  <c:v>0.22</c:v>
                </c:pt>
                <c:pt idx="201">
                  <c:v>0.2</c:v>
                </c:pt>
                <c:pt idx="202">
                  <c:v>0.18</c:v>
                </c:pt>
                <c:pt idx="203">
                  <c:v>0.16</c:v>
                </c:pt>
                <c:pt idx="204">
                  <c:v>0.16</c:v>
                </c:pt>
                <c:pt idx="205">
                  <c:v>0.14000000000000001</c:v>
                </c:pt>
                <c:pt idx="206">
                  <c:v>0.14000000000000001</c:v>
                </c:pt>
                <c:pt idx="207">
                  <c:v>0.14000000000000001</c:v>
                </c:pt>
                <c:pt idx="208">
                  <c:v>0.12</c:v>
                </c:pt>
                <c:pt idx="209">
                  <c:v>0.12</c:v>
                </c:pt>
                <c:pt idx="210">
                  <c:v>0.12</c:v>
                </c:pt>
                <c:pt idx="211">
                  <c:v>0.12</c:v>
                </c:pt>
                <c:pt idx="212">
                  <c:v>0.12</c:v>
                </c:pt>
                <c:pt idx="213">
                  <c:v>0.1</c:v>
                </c:pt>
                <c:pt idx="214">
                  <c:v>0.1</c:v>
                </c:pt>
                <c:pt idx="215">
                  <c:v>0.12</c:v>
                </c:pt>
                <c:pt idx="216">
                  <c:v>0.12</c:v>
                </c:pt>
                <c:pt idx="217">
                  <c:v>0.12</c:v>
                </c:pt>
                <c:pt idx="218">
                  <c:v>0.14000000000000001</c:v>
                </c:pt>
                <c:pt idx="219">
                  <c:v>0.14000000000000001</c:v>
                </c:pt>
                <c:pt idx="220">
                  <c:v>0.16</c:v>
                </c:pt>
                <c:pt idx="221">
                  <c:v>0.2</c:v>
                </c:pt>
                <c:pt idx="222">
                  <c:v>0.2</c:v>
                </c:pt>
                <c:pt idx="223">
                  <c:v>0.2</c:v>
                </c:pt>
                <c:pt idx="224">
                  <c:v>0.2</c:v>
                </c:pt>
                <c:pt idx="225">
                  <c:v>0.2</c:v>
                </c:pt>
                <c:pt idx="226">
                  <c:v>0.2</c:v>
                </c:pt>
                <c:pt idx="227">
                  <c:v>0.2</c:v>
                </c:pt>
                <c:pt idx="228">
                  <c:v>0.16</c:v>
                </c:pt>
                <c:pt idx="229">
                  <c:v>0.16</c:v>
                </c:pt>
                <c:pt idx="230">
                  <c:v>0.14000000000000001</c:v>
                </c:pt>
                <c:pt idx="231">
                  <c:v>0.14000000000000001</c:v>
                </c:pt>
                <c:pt idx="232">
                  <c:v>0.14000000000000001</c:v>
                </c:pt>
                <c:pt idx="233">
                  <c:v>0.14000000000000001</c:v>
                </c:pt>
                <c:pt idx="234">
                  <c:v>0.14000000000000001</c:v>
                </c:pt>
                <c:pt idx="235">
                  <c:v>0.16</c:v>
                </c:pt>
                <c:pt idx="236">
                  <c:v>0.16</c:v>
                </c:pt>
                <c:pt idx="237">
                  <c:v>0.16</c:v>
                </c:pt>
                <c:pt idx="238">
                  <c:v>0.16</c:v>
                </c:pt>
                <c:pt idx="239">
                  <c:v>0.18</c:v>
                </c:pt>
                <c:pt idx="240">
                  <c:v>0.18</c:v>
                </c:pt>
                <c:pt idx="241">
                  <c:v>0.2</c:v>
                </c:pt>
                <c:pt idx="242">
                  <c:v>0.2</c:v>
                </c:pt>
                <c:pt idx="243">
                  <c:v>0.2</c:v>
                </c:pt>
                <c:pt idx="244">
                  <c:v>0.2</c:v>
                </c:pt>
                <c:pt idx="245">
                  <c:v>0.2</c:v>
                </c:pt>
                <c:pt idx="246">
                  <c:v>0.16</c:v>
                </c:pt>
                <c:pt idx="247">
                  <c:v>0.16</c:v>
                </c:pt>
                <c:pt idx="248">
                  <c:v>0.16</c:v>
                </c:pt>
                <c:pt idx="249">
                  <c:v>0.16</c:v>
                </c:pt>
                <c:pt idx="250">
                  <c:v>0.16</c:v>
                </c:pt>
                <c:pt idx="251">
                  <c:v>0.16</c:v>
                </c:pt>
                <c:pt idx="252">
                  <c:v>0.16</c:v>
                </c:pt>
                <c:pt idx="253">
                  <c:v>0.16</c:v>
                </c:pt>
                <c:pt idx="254">
                  <c:v>0.16</c:v>
                </c:pt>
                <c:pt idx="255">
                  <c:v>0.16</c:v>
                </c:pt>
                <c:pt idx="256">
                  <c:v>0.16</c:v>
                </c:pt>
                <c:pt idx="257">
                  <c:v>0.14000000000000001</c:v>
                </c:pt>
                <c:pt idx="258">
                  <c:v>0.14000000000000001</c:v>
                </c:pt>
                <c:pt idx="259">
                  <c:v>0.12</c:v>
                </c:pt>
                <c:pt idx="260">
                  <c:v>0.14000000000000001</c:v>
                </c:pt>
                <c:pt idx="261">
                  <c:v>0.16</c:v>
                </c:pt>
                <c:pt idx="262">
                  <c:v>0.16</c:v>
                </c:pt>
                <c:pt idx="263">
                  <c:v>0.18</c:v>
                </c:pt>
                <c:pt idx="264">
                  <c:v>0.2</c:v>
                </c:pt>
                <c:pt idx="265">
                  <c:v>0.2</c:v>
                </c:pt>
                <c:pt idx="266">
                  <c:v>0.22</c:v>
                </c:pt>
                <c:pt idx="267">
                  <c:v>0.2</c:v>
                </c:pt>
                <c:pt idx="268">
                  <c:v>0.2</c:v>
                </c:pt>
                <c:pt idx="269">
                  <c:v>0.22</c:v>
                </c:pt>
                <c:pt idx="270">
                  <c:v>0.2</c:v>
                </c:pt>
                <c:pt idx="271">
                  <c:v>0.2</c:v>
                </c:pt>
                <c:pt idx="272">
                  <c:v>0.18</c:v>
                </c:pt>
                <c:pt idx="273">
                  <c:v>0.16</c:v>
                </c:pt>
                <c:pt idx="274">
                  <c:v>0.16</c:v>
                </c:pt>
                <c:pt idx="275">
                  <c:v>0.16</c:v>
                </c:pt>
                <c:pt idx="276">
                  <c:v>0.14000000000000001</c:v>
                </c:pt>
                <c:pt idx="277">
                  <c:v>0.14000000000000001</c:v>
                </c:pt>
                <c:pt idx="278">
                  <c:v>0.14000000000000001</c:v>
                </c:pt>
                <c:pt idx="279">
                  <c:v>0.14000000000000001</c:v>
                </c:pt>
                <c:pt idx="280">
                  <c:v>0.14000000000000001</c:v>
                </c:pt>
                <c:pt idx="281">
                  <c:v>0.14000000000000001</c:v>
                </c:pt>
                <c:pt idx="282">
                  <c:v>0.14000000000000001</c:v>
                </c:pt>
                <c:pt idx="283">
                  <c:v>0.12</c:v>
                </c:pt>
                <c:pt idx="284">
                  <c:v>0.12</c:v>
                </c:pt>
                <c:pt idx="285">
                  <c:v>0.14000000000000001</c:v>
                </c:pt>
                <c:pt idx="286">
                  <c:v>0.14000000000000001</c:v>
                </c:pt>
                <c:pt idx="287">
                  <c:v>0.16</c:v>
                </c:pt>
                <c:pt idx="288">
                  <c:v>0.2</c:v>
                </c:pt>
                <c:pt idx="289">
                  <c:v>0.2</c:v>
                </c:pt>
                <c:pt idx="290">
                  <c:v>0.22</c:v>
                </c:pt>
                <c:pt idx="291">
                  <c:v>0.22</c:v>
                </c:pt>
                <c:pt idx="292">
                  <c:v>0.24</c:v>
                </c:pt>
                <c:pt idx="293">
                  <c:v>0.24</c:v>
                </c:pt>
                <c:pt idx="294">
                  <c:v>0.2</c:v>
                </c:pt>
                <c:pt idx="295">
                  <c:v>0.2</c:v>
                </c:pt>
                <c:pt idx="296">
                  <c:v>0.16</c:v>
                </c:pt>
                <c:pt idx="297">
                  <c:v>0.16</c:v>
                </c:pt>
                <c:pt idx="298">
                  <c:v>0.14000000000000001</c:v>
                </c:pt>
                <c:pt idx="299">
                  <c:v>0.14000000000000001</c:v>
                </c:pt>
                <c:pt idx="300">
                  <c:v>0.12</c:v>
                </c:pt>
                <c:pt idx="301">
                  <c:v>0.12</c:v>
                </c:pt>
                <c:pt idx="302">
                  <c:v>0.1</c:v>
                </c:pt>
                <c:pt idx="303">
                  <c:v>0.1</c:v>
                </c:pt>
                <c:pt idx="304">
                  <c:v>0.1</c:v>
                </c:pt>
                <c:pt idx="305">
                  <c:v>0.1</c:v>
                </c:pt>
                <c:pt idx="306">
                  <c:v>0.1</c:v>
                </c:pt>
                <c:pt idx="307">
                  <c:v>0.1</c:v>
                </c:pt>
                <c:pt idx="308">
                  <c:v>0.12</c:v>
                </c:pt>
                <c:pt idx="309">
                  <c:v>0.14000000000000001</c:v>
                </c:pt>
                <c:pt idx="310">
                  <c:v>0.18</c:v>
                </c:pt>
                <c:pt idx="311">
                  <c:v>0.18</c:v>
                </c:pt>
                <c:pt idx="312">
                  <c:v>0.2</c:v>
                </c:pt>
                <c:pt idx="313">
                  <c:v>0.22</c:v>
                </c:pt>
                <c:pt idx="314">
                  <c:v>0.22</c:v>
                </c:pt>
                <c:pt idx="315">
                  <c:v>0.24</c:v>
                </c:pt>
                <c:pt idx="316">
                  <c:v>0.22</c:v>
                </c:pt>
                <c:pt idx="317">
                  <c:v>0.22</c:v>
                </c:pt>
                <c:pt idx="318">
                  <c:v>0.2</c:v>
                </c:pt>
                <c:pt idx="319">
                  <c:v>0.16</c:v>
                </c:pt>
                <c:pt idx="320">
                  <c:v>0.18</c:v>
                </c:pt>
                <c:pt idx="321">
                  <c:v>0.16</c:v>
                </c:pt>
                <c:pt idx="322">
                  <c:v>0.16</c:v>
                </c:pt>
                <c:pt idx="323">
                  <c:v>0.18</c:v>
                </c:pt>
                <c:pt idx="324">
                  <c:v>0.18</c:v>
                </c:pt>
                <c:pt idx="325">
                  <c:v>0.16</c:v>
                </c:pt>
                <c:pt idx="326">
                  <c:v>0.16</c:v>
                </c:pt>
                <c:pt idx="327">
                  <c:v>0.16</c:v>
                </c:pt>
                <c:pt idx="328">
                  <c:v>0.16</c:v>
                </c:pt>
                <c:pt idx="329">
                  <c:v>0.16</c:v>
                </c:pt>
                <c:pt idx="330">
                  <c:v>0.14000000000000001</c:v>
                </c:pt>
                <c:pt idx="331">
                  <c:v>0.14000000000000001</c:v>
                </c:pt>
                <c:pt idx="332">
                  <c:v>0.14000000000000001</c:v>
                </c:pt>
                <c:pt idx="333">
                  <c:v>0.16</c:v>
                </c:pt>
                <c:pt idx="334">
                  <c:v>0.18</c:v>
                </c:pt>
                <c:pt idx="335">
                  <c:v>0.2</c:v>
                </c:pt>
                <c:pt idx="336">
                  <c:v>0.24</c:v>
                </c:pt>
                <c:pt idx="337">
                  <c:v>0.28000000000000003</c:v>
                </c:pt>
                <c:pt idx="338">
                  <c:v>0.3</c:v>
                </c:pt>
                <c:pt idx="339">
                  <c:v>0.32</c:v>
                </c:pt>
                <c:pt idx="340">
                  <c:v>0.34</c:v>
                </c:pt>
                <c:pt idx="341">
                  <c:v>0.32</c:v>
                </c:pt>
                <c:pt idx="342">
                  <c:v>0.3</c:v>
                </c:pt>
                <c:pt idx="343">
                  <c:v>0.32</c:v>
                </c:pt>
                <c:pt idx="344">
                  <c:v>0.32</c:v>
                </c:pt>
                <c:pt idx="345">
                  <c:v>0.32</c:v>
                </c:pt>
                <c:pt idx="346">
                  <c:v>0.3</c:v>
                </c:pt>
                <c:pt idx="347">
                  <c:v>0.3</c:v>
                </c:pt>
                <c:pt idx="348">
                  <c:v>0.26</c:v>
                </c:pt>
                <c:pt idx="349">
                  <c:v>0.26</c:v>
                </c:pt>
                <c:pt idx="350">
                  <c:v>0.26</c:v>
                </c:pt>
                <c:pt idx="351">
                  <c:v>0.22</c:v>
                </c:pt>
                <c:pt idx="352">
                  <c:v>0.26</c:v>
                </c:pt>
                <c:pt idx="353">
                  <c:v>0.26</c:v>
                </c:pt>
                <c:pt idx="354">
                  <c:v>0.26</c:v>
                </c:pt>
                <c:pt idx="355">
                  <c:v>0.24</c:v>
                </c:pt>
                <c:pt idx="356">
                  <c:v>0.22</c:v>
                </c:pt>
                <c:pt idx="357">
                  <c:v>0.22</c:v>
                </c:pt>
                <c:pt idx="358">
                  <c:v>0.22</c:v>
                </c:pt>
                <c:pt idx="359">
                  <c:v>0.24</c:v>
                </c:pt>
                <c:pt idx="360">
                  <c:v>0.24</c:v>
                </c:pt>
                <c:pt idx="361">
                  <c:v>0.26</c:v>
                </c:pt>
                <c:pt idx="362">
                  <c:v>0.28000000000000003</c:v>
                </c:pt>
                <c:pt idx="363">
                  <c:v>0.26</c:v>
                </c:pt>
                <c:pt idx="364">
                  <c:v>0.24</c:v>
                </c:pt>
                <c:pt idx="365">
                  <c:v>0.22</c:v>
                </c:pt>
                <c:pt idx="366">
                  <c:v>0.2</c:v>
                </c:pt>
                <c:pt idx="367">
                  <c:v>0.18</c:v>
                </c:pt>
                <c:pt idx="368">
                  <c:v>0.18</c:v>
                </c:pt>
                <c:pt idx="369">
                  <c:v>0.18</c:v>
                </c:pt>
                <c:pt idx="370">
                  <c:v>0.2</c:v>
                </c:pt>
                <c:pt idx="371">
                  <c:v>0.2</c:v>
                </c:pt>
                <c:pt idx="372">
                  <c:v>0.2</c:v>
                </c:pt>
                <c:pt idx="373">
                  <c:v>0.2</c:v>
                </c:pt>
                <c:pt idx="374">
                  <c:v>0.18</c:v>
                </c:pt>
                <c:pt idx="375">
                  <c:v>0.18</c:v>
                </c:pt>
                <c:pt idx="376">
                  <c:v>0.18</c:v>
                </c:pt>
                <c:pt idx="377">
                  <c:v>0.18</c:v>
                </c:pt>
                <c:pt idx="378">
                  <c:v>0.18</c:v>
                </c:pt>
                <c:pt idx="379">
                  <c:v>0.16</c:v>
                </c:pt>
                <c:pt idx="380">
                  <c:v>0.16</c:v>
                </c:pt>
                <c:pt idx="381">
                  <c:v>0.16</c:v>
                </c:pt>
                <c:pt idx="382">
                  <c:v>0.16</c:v>
                </c:pt>
                <c:pt idx="383">
                  <c:v>0.16</c:v>
                </c:pt>
                <c:pt idx="384">
                  <c:v>0.18</c:v>
                </c:pt>
                <c:pt idx="385">
                  <c:v>0.18</c:v>
                </c:pt>
                <c:pt idx="386">
                  <c:v>0.18</c:v>
                </c:pt>
                <c:pt idx="387">
                  <c:v>0.2</c:v>
                </c:pt>
                <c:pt idx="388">
                  <c:v>0.2</c:v>
                </c:pt>
                <c:pt idx="389">
                  <c:v>0.2</c:v>
                </c:pt>
                <c:pt idx="390">
                  <c:v>0.18</c:v>
                </c:pt>
                <c:pt idx="391">
                  <c:v>0.18</c:v>
                </c:pt>
                <c:pt idx="392">
                  <c:v>0.16</c:v>
                </c:pt>
                <c:pt idx="393">
                  <c:v>0.16</c:v>
                </c:pt>
                <c:pt idx="394">
                  <c:v>0.14000000000000001</c:v>
                </c:pt>
                <c:pt idx="395">
                  <c:v>0.16</c:v>
                </c:pt>
                <c:pt idx="396">
                  <c:v>0.2</c:v>
                </c:pt>
                <c:pt idx="397">
                  <c:v>0.2</c:v>
                </c:pt>
                <c:pt idx="398">
                  <c:v>0.22</c:v>
                </c:pt>
                <c:pt idx="399">
                  <c:v>0.22</c:v>
                </c:pt>
                <c:pt idx="400">
                  <c:v>0.22</c:v>
                </c:pt>
                <c:pt idx="401">
                  <c:v>0.22</c:v>
                </c:pt>
                <c:pt idx="402">
                  <c:v>0.22</c:v>
                </c:pt>
                <c:pt idx="403">
                  <c:v>0.22</c:v>
                </c:pt>
                <c:pt idx="404">
                  <c:v>0.22</c:v>
                </c:pt>
                <c:pt idx="405">
                  <c:v>0.22</c:v>
                </c:pt>
                <c:pt idx="406">
                  <c:v>0.22</c:v>
                </c:pt>
                <c:pt idx="407">
                  <c:v>0.22</c:v>
                </c:pt>
                <c:pt idx="408">
                  <c:v>0.22</c:v>
                </c:pt>
                <c:pt idx="409">
                  <c:v>0.22</c:v>
                </c:pt>
                <c:pt idx="410">
                  <c:v>0.22</c:v>
                </c:pt>
                <c:pt idx="411">
                  <c:v>0.22</c:v>
                </c:pt>
                <c:pt idx="412">
                  <c:v>0.22</c:v>
                </c:pt>
                <c:pt idx="413">
                  <c:v>0.22</c:v>
                </c:pt>
                <c:pt idx="414">
                  <c:v>0.24</c:v>
                </c:pt>
                <c:pt idx="415">
                  <c:v>0.24</c:v>
                </c:pt>
                <c:pt idx="416">
                  <c:v>0.24</c:v>
                </c:pt>
                <c:pt idx="417">
                  <c:v>0.26</c:v>
                </c:pt>
                <c:pt idx="418">
                  <c:v>0.28000000000000003</c:v>
                </c:pt>
                <c:pt idx="419">
                  <c:v>0.3</c:v>
                </c:pt>
                <c:pt idx="420">
                  <c:v>0.4</c:v>
                </c:pt>
                <c:pt idx="421">
                  <c:v>0.4</c:v>
                </c:pt>
                <c:pt idx="422">
                  <c:v>0.4</c:v>
                </c:pt>
                <c:pt idx="423">
                  <c:v>0.38</c:v>
                </c:pt>
                <c:pt idx="424">
                  <c:v>0.36</c:v>
                </c:pt>
                <c:pt idx="425">
                  <c:v>0.34</c:v>
                </c:pt>
                <c:pt idx="426">
                  <c:v>0.32</c:v>
                </c:pt>
                <c:pt idx="427">
                  <c:v>0.32</c:v>
                </c:pt>
                <c:pt idx="428">
                  <c:v>0.32</c:v>
                </c:pt>
                <c:pt idx="429">
                  <c:v>0.3</c:v>
                </c:pt>
                <c:pt idx="430">
                  <c:v>0.3</c:v>
                </c:pt>
                <c:pt idx="431">
                  <c:v>0.26</c:v>
                </c:pt>
                <c:pt idx="432">
                  <c:v>0.26</c:v>
                </c:pt>
                <c:pt idx="433">
                  <c:v>0.26</c:v>
                </c:pt>
                <c:pt idx="434">
                  <c:v>0.26</c:v>
                </c:pt>
                <c:pt idx="435">
                  <c:v>0.26</c:v>
                </c:pt>
                <c:pt idx="436">
                  <c:v>0.24</c:v>
                </c:pt>
                <c:pt idx="437">
                  <c:v>0.22</c:v>
                </c:pt>
                <c:pt idx="438">
                  <c:v>0.22</c:v>
                </c:pt>
                <c:pt idx="439">
                  <c:v>0.22</c:v>
                </c:pt>
                <c:pt idx="440">
                  <c:v>0.24</c:v>
                </c:pt>
                <c:pt idx="441">
                  <c:v>0.26</c:v>
                </c:pt>
                <c:pt idx="442">
                  <c:v>0.28000000000000003</c:v>
                </c:pt>
                <c:pt idx="443">
                  <c:v>0.3</c:v>
                </c:pt>
                <c:pt idx="444">
                  <c:v>0.28000000000000003</c:v>
                </c:pt>
                <c:pt idx="445">
                  <c:v>0.3</c:v>
                </c:pt>
                <c:pt idx="446">
                  <c:v>0.32</c:v>
                </c:pt>
                <c:pt idx="447">
                  <c:v>0.3</c:v>
                </c:pt>
                <c:pt idx="448">
                  <c:v>0.3</c:v>
                </c:pt>
                <c:pt idx="449">
                  <c:v>0.26</c:v>
                </c:pt>
                <c:pt idx="450">
                  <c:v>0.26</c:v>
                </c:pt>
                <c:pt idx="451">
                  <c:v>0.26</c:v>
                </c:pt>
                <c:pt idx="452">
                  <c:v>0.24</c:v>
                </c:pt>
                <c:pt idx="453">
                  <c:v>0.24</c:v>
                </c:pt>
                <c:pt idx="454">
                  <c:v>0.24</c:v>
                </c:pt>
                <c:pt idx="455">
                  <c:v>0.24</c:v>
                </c:pt>
                <c:pt idx="456">
                  <c:v>0.24</c:v>
                </c:pt>
                <c:pt idx="457">
                  <c:v>0.24</c:v>
                </c:pt>
                <c:pt idx="458">
                  <c:v>0.22</c:v>
                </c:pt>
                <c:pt idx="459">
                  <c:v>0.22</c:v>
                </c:pt>
                <c:pt idx="460">
                  <c:v>0.24</c:v>
                </c:pt>
                <c:pt idx="461">
                  <c:v>0.22</c:v>
                </c:pt>
                <c:pt idx="462">
                  <c:v>0.2</c:v>
                </c:pt>
                <c:pt idx="463">
                  <c:v>0.2</c:v>
                </c:pt>
                <c:pt idx="464">
                  <c:v>0.2</c:v>
                </c:pt>
                <c:pt idx="465">
                  <c:v>0.2</c:v>
                </c:pt>
                <c:pt idx="466">
                  <c:v>0.22</c:v>
                </c:pt>
                <c:pt idx="467">
                  <c:v>0.22</c:v>
                </c:pt>
                <c:pt idx="468">
                  <c:v>0.2</c:v>
                </c:pt>
                <c:pt idx="469">
                  <c:v>0.2</c:v>
                </c:pt>
                <c:pt idx="470">
                  <c:v>0.16</c:v>
                </c:pt>
                <c:pt idx="471">
                  <c:v>0.16</c:v>
                </c:pt>
                <c:pt idx="472">
                  <c:v>0.14000000000000001</c:v>
                </c:pt>
                <c:pt idx="473">
                  <c:v>0.12</c:v>
                </c:pt>
                <c:pt idx="474">
                  <c:v>0.12</c:v>
                </c:pt>
                <c:pt idx="475">
                  <c:v>0.1</c:v>
                </c:pt>
                <c:pt idx="476">
                  <c:v>0.08</c:v>
                </c:pt>
                <c:pt idx="477">
                  <c:v>0.06</c:v>
                </c:pt>
                <c:pt idx="478">
                  <c:v>0.06</c:v>
                </c:pt>
                <c:pt idx="479">
                  <c:v>0.04</c:v>
                </c:pt>
                <c:pt idx="480">
                  <c:v>0.04</c:v>
                </c:pt>
                <c:pt idx="481">
                  <c:v>0.04</c:v>
                </c:pt>
                <c:pt idx="482">
                  <c:v>0.04</c:v>
                </c:pt>
                <c:pt idx="483">
                  <c:v>0.02</c:v>
                </c:pt>
                <c:pt idx="484">
                  <c:v>0.02</c:v>
                </c:pt>
                <c:pt idx="485">
                  <c:v>0.02</c:v>
                </c:pt>
                <c:pt idx="486">
                  <c:v>0.02</c:v>
                </c:pt>
                <c:pt idx="487">
                  <c:v>0.04</c:v>
                </c:pt>
                <c:pt idx="488">
                  <c:v>0.04</c:v>
                </c:pt>
                <c:pt idx="489">
                  <c:v>0.06</c:v>
                </c:pt>
                <c:pt idx="490">
                  <c:v>0.06</c:v>
                </c:pt>
                <c:pt idx="491">
                  <c:v>0.08</c:v>
                </c:pt>
                <c:pt idx="492">
                  <c:v>0.1</c:v>
                </c:pt>
                <c:pt idx="493">
                  <c:v>0.12</c:v>
                </c:pt>
                <c:pt idx="494">
                  <c:v>0.12</c:v>
                </c:pt>
                <c:pt idx="495">
                  <c:v>0.12</c:v>
                </c:pt>
                <c:pt idx="496">
                  <c:v>0.08</c:v>
                </c:pt>
                <c:pt idx="497">
                  <c:v>0.08</c:v>
                </c:pt>
                <c:pt idx="498">
                  <c:v>0.06</c:v>
                </c:pt>
                <c:pt idx="499">
                  <c:v>0.06</c:v>
                </c:pt>
                <c:pt idx="500">
                  <c:v>0.06</c:v>
                </c:pt>
                <c:pt idx="501">
                  <c:v>0.04</c:v>
                </c:pt>
                <c:pt idx="502">
                  <c:v>0.04</c:v>
                </c:pt>
                <c:pt idx="503">
                  <c:v>0.04</c:v>
                </c:pt>
                <c:pt idx="504">
                  <c:v>0.02</c:v>
                </c:pt>
                <c:pt idx="505">
                  <c:v>0.02</c:v>
                </c:pt>
                <c:pt idx="506">
                  <c:v>0.04</c:v>
                </c:pt>
                <c:pt idx="507">
                  <c:v>0.04</c:v>
                </c:pt>
                <c:pt idx="508">
                  <c:v>0.08</c:v>
                </c:pt>
                <c:pt idx="509">
                  <c:v>0.06</c:v>
                </c:pt>
                <c:pt idx="510">
                  <c:v>0.1</c:v>
                </c:pt>
                <c:pt idx="511">
                  <c:v>0.14000000000000001</c:v>
                </c:pt>
                <c:pt idx="512">
                  <c:v>0.14000000000000001</c:v>
                </c:pt>
                <c:pt idx="513">
                  <c:v>0.16</c:v>
                </c:pt>
                <c:pt idx="514">
                  <c:v>0.14000000000000001</c:v>
                </c:pt>
                <c:pt idx="515">
                  <c:v>0.16</c:v>
                </c:pt>
                <c:pt idx="516">
                  <c:v>0.16</c:v>
                </c:pt>
                <c:pt idx="517">
                  <c:v>0.16</c:v>
                </c:pt>
                <c:pt idx="518">
                  <c:v>0.14000000000000001</c:v>
                </c:pt>
                <c:pt idx="519">
                  <c:v>0.12</c:v>
                </c:pt>
                <c:pt idx="520">
                  <c:v>0.12</c:v>
                </c:pt>
                <c:pt idx="521">
                  <c:v>0.1</c:v>
                </c:pt>
                <c:pt idx="522">
                  <c:v>0.1</c:v>
                </c:pt>
                <c:pt idx="523">
                  <c:v>0.08</c:v>
                </c:pt>
                <c:pt idx="524">
                  <c:v>0.06</c:v>
                </c:pt>
                <c:pt idx="525">
                  <c:v>0.06</c:v>
                </c:pt>
                <c:pt idx="526">
                  <c:v>0.04</c:v>
                </c:pt>
                <c:pt idx="527">
                  <c:v>0.04</c:v>
                </c:pt>
                <c:pt idx="528">
                  <c:v>0.02</c:v>
                </c:pt>
                <c:pt idx="529">
                  <c:v>0.02</c:v>
                </c:pt>
                <c:pt idx="530">
                  <c:v>0.02</c:v>
                </c:pt>
                <c:pt idx="531">
                  <c:v>0.02</c:v>
                </c:pt>
                <c:pt idx="532">
                  <c:v>0.04</c:v>
                </c:pt>
                <c:pt idx="533">
                  <c:v>0.06</c:v>
                </c:pt>
                <c:pt idx="534">
                  <c:v>0.1</c:v>
                </c:pt>
                <c:pt idx="535">
                  <c:v>0.1</c:v>
                </c:pt>
                <c:pt idx="536">
                  <c:v>0.12</c:v>
                </c:pt>
                <c:pt idx="537">
                  <c:v>0.14000000000000001</c:v>
                </c:pt>
                <c:pt idx="538">
                  <c:v>0.14000000000000001</c:v>
                </c:pt>
                <c:pt idx="539">
                  <c:v>0.16</c:v>
                </c:pt>
                <c:pt idx="540">
                  <c:v>0.16</c:v>
                </c:pt>
                <c:pt idx="541">
                  <c:v>0.14000000000000001</c:v>
                </c:pt>
                <c:pt idx="542">
                  <c:v>0.14000000000000001</c:v>
                </c:pt>
                <c:pt idx="543">
                  <c:v>0.14000000000000001</c:v>
                </c:pt>
                <c:pt idx="544">
                  <c:v>0.14000000000000001</c:v>
                </c:pt>
                <c:pt idx="545">
                  <c:v>0.14000000000000001</c:v>
                </c:pt>
                <c:pt idx="546">
                  <c:v>0.14000000000000001</c:v>
                </c:pt>
                <c:pt idx="547">
                  <c:v>0.16</c:v>
                </c:pt>
                <c:pt idx="548">
                  <c:v>0.16</c:v>
                </c:pt>
                <c:pt idx="549">
                  <c:v>0.16</c:v>
                </c:pt>
                <c:pt idx="550">
                  <c:v>0.16</c:v>
                </c:pt>
                <c:pt idx="551">
                  <c:v>0.14000000000000001</c:v>
                </c:pt>
                <c:pt idx="552">
                  <c:v>0.14000000000000001</c:v>
                </c:pt>
                <c:pt idx="553">
                  <c:v>0.16</c:v>
                </c:pt>
                <c:pt idx="554">
                  <c:v>0.16</c:v>
                </c:pt>
                <c:pt idx="555">
                  <c:v>0.16</c:v>
                </c:pt>
                <c:pt idx="556">
                  <c:v>0.2</c:v>
                </c:pt>
                <c:pt idx="557">
                  <c:v>0.22</c:v>
                </c:pt>
                <c:pt idx="558">
                  <c:v>0.24</c:v>
                </c:pt>
                <c:pt idx="559">
                  <c:v>0.26</c:v>
                </c:pt>
                <c:pt idx="560">
                  <c:v>0.26</c:v>
                </c:pt>
                <c:pt idx="561">
                  <c:v>0.3</c:v>
                </c:pt>
                <c:pt idx="562">
                  <c:v>0.32</c:v>
                </c:pt>
                <c:pt idx="563">
                  <c:v>0.32</c:v>
                </c:pt>
                <c:pt idx="564">
                  <c:v>0.3</c:v>
                </c:pt>
                <c:pt idx="565">
                  <c:v>0.3</c:v>
                </c:pt>
                <c:pt idx="566">
                  <c:v>0.26</c:v>
                </c:pt>
                <c:pt idx="567">
                  <c:v>0.24</c:v>
                </c:pt>
                <c:pt idx="568">
                  <c:v>0.24</c:v>
                </c:pt>
                <c:pt idx="569">
                  <c:v>0.22</c:v>
                </c:pt>
                <c:pt idx="570">
                  <c:v>0.22</c:v>
                </c:pt>
                <c:pt idx="571">
                  <c:v>0.22</c:v>
                </c:pt>
                <c:pt idx="572">
                  <c:v>0.24</c:v>
                </c:pt>
                <c:pt idx="573">
                  <c:v>0.22</c:v>
                </c:pt>
                <c:pt idx="574">
                  <c:v>0.2</c:v>
                </c:pt>
                <c:pt idx="575">
                  <c:v>0.2</c:v>
                </c:pt>
                <c:pt idx="576">
                  <c:v>0.22</c:v>
                </c:pt>
                <c:pt idx="577">
                  <c:v>0.22</c:v>
                </c:pt>
                <c:pt idx="578">
                  <c:v>0.22</c:v>
                </c:pt>
                <c:pt idx="579">
                  <c:v>0.22</c:v>
                </c:pt>
                <c:pt idx="580">
                  <c:v>0.22</c:v>
                </c:pt>
                <c:pt idx="581">
                  <c:v>0.22</c:v>
                </c:pt>
                <c:pt idx="582">
                  <c:v>0.22</c:v>
                </c:pt>
                <c:pt idx="583">
                  <c:v>0.22</c:v>
                </c:pt>
                <c:pt idx="584">
                  <c:v>0.22</c:v>
                </c:pt>
                <c:pt idx="585">
                  <c:v>0.22</c:v>
                </c:pt>
                <c:pt idx="586">
                  <c:v>0.2</c:v>
                </c:pt>
                <c:pt idx="587">
                  <c:v>0.22</c:v>
                </c:pt>
                <c:pt idx="588">
                  <c:v>0.22</c:v>
                </c:pt>
                <c:pt idx="589">
                  <c:v>0.2</c:v>
                </c:pt>
                <c:pt idx="590">
                  <c:v>0.2</c:v>
                </c:pt>
                <c:pt idx="591">
                  <c:v>0.18</c:v>
                </c:pt>
                <c:pt idx="592">
                  <c:v>0.18</c:v>
                </c:pt>
                <c:pt idx="593">
                  <c:v>0.18</c:v>
                </c:pt>
                <c:pt idx="594">
                  <c:v>0.18</c:v>
                </c:pt>
                <c:pt idx="595">
                  <c:v>0.2</c:v>
                </c:pt>
                <c:pt idx="596">
                  <c:v>0.2</c:v>
                </c:pt>
                <c:pt idx="597">
                  <c:v>0.2</c:v>
                </c:pt>
                <c:pt idx="598">
                  <c:v>0.2</c:v>
                </c:pt>
                <c:pt idx="599">
                  <c:v>0.18</c:v>
                </c:pt>
                <c:pt idx="600">
                  <c:v>0.18</c:v>
                </c:pt>
                <c:pt idx="601">
                  <c:v>0.16</c:v>
                </c:pt>
                <c:pt idx="602">
                  <c:v>0.16</c:v>
                </c:pt>
                <c:pt idx="603">
                  <c:v>0.18</c:v>
                </c:pt>
                <c:pt idx="604">
                  <c:v>0.18</c:v>
                </c:pt>
                <c:pt idx="605">
                  <c:v>0.18</c:v>
                </c:pt>
                <c:pt idx="606">
                  <c:v>0.18</c:v>
                </c:pt>
                <c:pt idx="607">
                  <c:v>0.18</c:v>
                </c:pt>
                <c:pt idx="608">
                  <c:v>0.22</c:v>
                </c:pt>
                <c:pt idx="609">
                  <c:v>0.2</c:v>
                </c:pt>
                <c:pt idx="610">
                  <c:v>0.22</c:v>
                </c:pt>
                <c:pt idx="611">
                  <c:v>0.24</c:v>
                </c:pt>
                <c:pt idx="612">
                  <c:v>0.24</c:v>
                </c:pt>
                <c:pt idx="613">
                  <c:v>0.24</c:v>
                </c:pt>
                <c:pt idx="614">
                  <c:v>0.24</c:v>
                </c:pt>
                <c:pt idx="615">
                  <c:v>0.22</c:v>
                </c:pt>
                <c:pt idx="616">
                  <c:v>0.24</c:v>
                </c:pt>
                <c:pt idx="617">
                  <c:v>0.24</c:v>
                </c:pt>
                <c:pt idx="618">
                  <c:v>0.22</c:v>
                </c:pt>
                <c:pt idx="619">
                  <c:v>0.22</c:v>
                </c:pt>
                <c:pt idx="620">
                  <c:v>0.22</c:v>
                </c:pt>
                <c:pt idx="621">
                  <c:v>0.2</c:v>
                </c:pt>
                <c:pt idx="622">
                  <c:v>0.16</c:v>
                </c:pt>
                <c:pt idx="623">
                  <c:v>0.16</c:v>
                </c:pt>
                <c:pt idx="624">
                  <c:v>0.16</c:v>
                </c:pt>
                <c:pt idx="625">
                  <c:v>0.18</c:v>
                </c:pt>
                <c:pt idx="626">
                  <c:v>0.18</c:v>
                </c:pt>
                <c:pt idx="627">
                  <c:v>0.18</c:v>
                </c:pt>
                <c:pt idx="628">
                  <c:v>0.18</c:v>
                </c:pt>
                <c:pt idx="629">
                  <c:v>0.2</c:v>
                </c:pt>
                <c:pt idx="630">
                  <c:v>0.22</c:v>
                </c:pt>
                <c:pt idx="631">
                  <c:v>0.22</c:v>
                </c:pt>
                <c:pt idx="632">
                  <c:v>0.22</c:v>
                </c:pt>
                <c:pt idx="633">
                  <c:v>0.24</c:v>
                </c:pt>
                <c:pt idx="634">
                  <c:v>0.24</c:v>
                </c:pt>
                <c:pt idx="635">
                  <c:v>0.22</c:v>
                </c:pt>
                <c:pt idx="636">
                  <c:v>0.22</c:v>
                </c:pt>
                <c:pt idx="637">
                  <c:v>0.18</c:v>
                </c:pt>
                <c:pt idx="638">
                  <c:v>0.18</c:v>
                </c:pt>
                <c:pt idx="639">
                  <c:v>0.16</c:v>
                </c:pt>
                <c:pt idx="640">
                  <c:v>0.16</c:v>
                </c:pt>
                <c:pt idx="641">
                  <c:v>0.16</c:v>
                </c:pt>
                <c:pt idx="642">
                  <c:v>0.14000000000000001</c:v>
                </c:pt>
                <c:pt idx="643">
                  <c:v>0.16</c:v>
                </c:pt>
                <c:pt idx="644">
                  <c:v>0.14000000000000001</c:v>
                </c:pt>
                <c:pt idx="645">
                  <c:v>0.14000000000000001</c:v>
                </c:pt>
                <c:pt idx="646">
                  <c:v>0.14000000000000001</c:v>
                </c:pt>
                <c:pt idx="647">
                  <c:v>0.14000000000000001</c:v>
                </c:pt>
                <c:pt idx="648">
                  <c:v>0.14000000000000001</c:v>
                </c:pt>
                <c:pt idx="649">
                  <c:v>0.16</c:v>
                </c:pt>
                <c:pt idx="650">
                  <c:v>0.18</c:v>
                </c:pt>
                <c:pt idx="651">
                  <c:v>0.22</c:v>
                </c:pt>
                <c:pt idx="652">
                  <c:v>0.3</c:v>
                </c:pt>
                <c:pt idx="653">
                  <c:v>0.28000000000000003</c:v>
                </c:pt>
                <c:pt idx="654">
                  <c:v>0.28000000000000003</c:v>
                </c:pt>
                <c:pt idx="655">
                  <c:v>0.3</c:v>
                </c:pt>
                <c:pt idx="656">
                  <c:v>0.3</c:v>
                </c:pt>
                <c:pt idx="657">
                  <c:v>0.3</c:v>
                </c:pt>
                <c:pt idx="658">
                  <c:v>0.26</c:v>
                </c:pt>
                <c:pt idx="659">
                  <c:v>0.26</c:v>
                </c:pt>
                <c:pt idx="660">
                  <c:v>0.26</c:v>
                </c:pt>
                <c:pt idx="661">
                  <c:v>0.24</c:v>
                </c:pt>
                <c:pt idx="662">
                  <c:v>0.24</c:v>
                </c:pt>
                <c:pt idx="663">
                  <c:v>0.24</c:v>
                </c:pt>
                <c:pt idx="664">
                  <c:v>0.24</c:v>
                </c:pt>
                <c:pt idx="665">
                  <c:v>0.22</c:v>
                </c:pt>
                <c:pt idx="666">
                  <c:v>0.22</c:v>
                </c:pt>
                <c:pt idx="667">
                  <c:v>0.22</c:v>
                </c:pt>
                <c:pt idx="668">
                  <c:v>0.2</c:v>
                </c:pt>
                <c:pt idx="669">
                  <c:v>0.18</c:v>
                </c:pt>
                <c:pt idx="670">
                  <c:v>0.16</c:v>
                </c:pt>
                <c:pt idx="671">
                  <c:v>0.16</c:v>
                </c:pt>
                <c:pt idx="672">
                  <c:v>0.16</c:v>
                </c:pt>
                <c:pt idx="673">
                  <c:v>0.16</c:v>
                </c:pt>
                <c:pt idx="674">
                  <c:v>0.16</c:v>
                </c:pt>
                <c:pt idx="675">
                  <c:v>0.16</c:v>
                </c:pt>
                <c:pt idx="676">
                  <c:v>0.18</c:v>
                </c:pt>
                <c:pt idx="677">
                  <c:v>0.16</c:v>
                </c:pt>
                <c:pt idx="678">
                  <c:v>0.18</c:v>
                </c:pt>
                <c:pt idx="679">
                  <c:v>0.16</c:v>
                </c:pt>
                <c:pt idx="680">
                  <c:v>0.16</c:v>
                </c:pt>
                <c:pt idx="681">
                  <c:v>0.16</c:v>
                </c:pt>
                <c:pt idx="682">
                  <c:v>0.16</c:v>
                </c:pt>
                <c:pt idx="683">
                  <c:v>0.3</c:v>
                </c:pt>
                <c:pt idx="684">
                  <c:v>0.16</c:v>
                </c:pt>
                <c:pt idx="685">
                  <c:v>0.16</c:v>
                </c:pt>
                <c:pt idx="686">
                  <c:v>0.16</c:v>
                </c:pt>
                <c:pt idx="687">
                  <c:v>0.16</c:v>
                </c:pt>
                <c:pt idx="688">
                  <c:v>0.16</c:v>
                </c:pt>
                <c:pt idx="689">
                  <c:v>0.16</c:v>
                </c:pt>
                <c:pt idx="690">
                  <c:v>0.16</c:v>
                </c:pt>
                <c:pt idx="691">
                  <c:v>0.16</c:v>
                </c:pt>
                <c:pt idx="692">
                  <c:v>0.14000000000000001</c:v>
                </c:pt>
                <c:pt idx="693">
                  <c:v>0.14000000000000001</c:v>
                </c:pt>
                <c:pt idx="694">
                  <c:v>0.16</c:v>
                </c:pt>
                <c:pt idx="695">
                  <c:v>0.16</c:v>
                </c:pt>
                <c:pt idx="696">
                  <c:v>0.16</c:v>
                </c:pt>
                <c:pt idx="697">
                  <c:v>0.16</c:v>
                </c:pt>
                <c:pt idx="698">
                  <c:v>0.18</c:v>
                </c:pt>
                <c:pt idx="699">
                  <c:v>0.2</c:v>
                </c:pt>
                <c:pt idx="700">
                  <c:v>0.2</c:v>
                </c:pt>
                <c:pt idx="701">
                  <c:v>0.22</c:v>
                </c:pt>
                <c:pt idx="702">
                  <c:v>0.24</c:v>
                </c:pt>
                <c:pt idx="703">
                  <c:v>0.24</c:v>
                </c:pt>
                <c:pt idx="704">
                  <c:v>0.24</c:v>
                </c:pt>
                <c:pt idx="705">
                  <c:v>0.24</c:v>
                </c:pt>
                <c:pt idx="706">
                  <c:v>0.24</c:v>
                </c:pt>
                <c:pt idx="707">
                  <c:v>0.22</c:v>
                </c:pt>
                <c:pt idx="708">
                  <c:v>0.22</c:v>
                </c:pt>
                <c:pt idx="709">
                  <c:v>0.22</c:v>
                </c:pt>
                <c:pt idx="710">
                  <c:v>0.2</c:v>
                </c:pt>
                <c:pt idx="711">
                  <c:v>0.22</c:v>
                </c:pt>
                <c:pt idx="712">
                  <c:v>0.22</c:v>
                </c:pt>
                <c:pt idx="713">
                  <c:v>0.22</c:v>
                </c:pt>
                <c:pt idx="714">
                  <c:v>0.22</c:v>
                </c:pt>
                <c:pt idx="715">
                  <c:v>0.22</c:v>
                </c:pt>
                <c:pt idx="716">
                  <c:v>0.22</c:v>
                </c:pt>
                <c:pt idx="717">
                  <c:v>0.22</c:v>
                </c:pt>
                <c:pt idx="718">
                  <c:v>0.22</c:v>
                </c:pt>
                <c:pt idx="719">
                  <c:v>0.22</c:v>
                </c:pt>
                <c:pt idx="720">
                  <c:v>0.24</c:v>
                </c:pt>
                <c:pt idx="721">
                  <c:v>0.22</c:v>
                </c:pt>
                <c:pt idx="722">
                  <c:v>0.24</c:v>
                </c:pt>
                <c:pt idx="723">
                  <c:v>0.24</c:v>
                </c:pt>
                <c:pt idx="724">
                  <c:v>0.34</c:v>
                </c:pt>
                <c:pt idx="725">
                  <c:v>0.38</c:v>
                </c:pt>
                <c:pt idx="726">
                  <c:v>0.38</c:v>
                </c:pt>
                <c:pt idx="727">
                  <c:v>0.36</c:v>
                </c:pt>
                <c:pt idx="728">
                  <c:v>0.36</c:v>
                </c:pt>
                <c:pt idx="729">
                  <c:v>0.34</c:v>
                </c:pt>
                <c:pt idx="730">
                  <c:v>0.28000000000000003</c:v>
                </c:pt>
                <c:pt idx="731">
                  <c:v>0.24</c:v>
                </c:pt>
                <c:pt idx="732">
                  <c:v>0.22</c:v>
                </c:pt>
                <c:pt idx="733">
                  <c:v>0.22</c:v>
                </c:pt>
                <c:pt idx="734">
                  <c:v>0.2</c:v>
                </c:pt>
                <c:pt idx="735">
                  <c:v>0.2</c:v>
                </c:pt>
                <c:pt idx="736">
                  <c:v>0.2</c:v>
                </c:pt>
                <c:pt idx="737">
                  <c:v>0.18</c:v>
                </c:pt>
                <c:pt idx="738">
                  <c:v>0.18</c:v>
                </c:pt>
                <c:pt idx="739">
                  <c:v>0.16</c:v>
                </c:pt>
                <c:pt idx="740">
                  <c:v>0.16</c:v>
                </c:pt>
                <c:pt idx="741">
                  <c:v>0.14000000000000001</c:v>
                </c:pt>
                <c:pt idx="742">
                  <c:v>0.14000000000000001</c:v>
                </c:pt>
                <c:pt idx="743">
                  <c:v>0.16</c:v>
                </c:pt>
                <c:pt idx="744">
                  <c:v>0.18</c:v>
                </c:pt>
                <c:pt idx="745">
                  <c:v>0.18</c:v>
                </c:pt>
                <c:pt idx="746">
                  <c:v>0.2</c:v>
                </c:pt>
                <c:pt idx="747">
                  <c:v>0.2</c:v>
                </c:pt>
                <c:pt idx="748">
                  <c:v>0.22</c:v>
                </c:pt>
                <c:pt idx="749">
                  <c:v>0.22</c:v>
                </c:pt>
                <c:pt idx="750">
                  <c:v>0.22</c:v>
                </c:pt>
                <c:pt idx="751">
                  <c:v>0.2</c:v>
                </c:pt>
                <c:pt idx="752">
                  <c:v>0.2</c:v>
                </c:pt>
                <c:pt idx="753">
                  <c:v>0.2</c:v>
                </c:pt>
                <c:pt idx="754">
                  <c:v>0.2</c:v>
                </c:pt>
                <c:pt idx="755">
                  <c:v>0.18</c:v>
                </c:pt>
                <c:pt idx="756">
                  <c:v>0.18</c:v>
                </c:pt>
                <c:pt idx="757">
                  <c:v>0.2</c:v>
                </c:pt>
                <c:pt idx="758">
                  <c:v>0.2</c:v>
                </c:pt>
                <c:pt idx="759">
                  <c:v>0.16</c:v>
                </c:pt>
                <c:pt idx="760">
                  <c:v>0.14000000000000001</c:v>
                </c:pt>
                <c:pt idx="761">
                  <c:v>0.14000000000000001</c:v>
                </c:pt>
                <c:pt idx="762">
                  <c:v>0.14000000000000001</c:v>
                </c:pt>
                <c:pt idx="763">
                  <c:v>0.16</c:v>
                </c:pt>
                <c:pt idx="764">
                  <c:v>0.14000000000000001</c:v>
                </c:pt>
                <c:pt idx="765">
                  <c:v>0.14000000000000001</c:v>
                </c:pt>
                <c:pt idx="766">
                  <c:v>0.16</c:v>
                </c:pt>
                <c:pt idx="767">
                  <c:v>0.2</c:v>
                </c:pt>
                <c:pt idx="768">
                  <c:v>0.22</c:v>
                </c:pt>
                <c:pt idx="769">
                  <c:v>0.24</c:v>
                </c:pt>
                <c:pt idx="770">
                  <c:v>0.26</c:v>
                </c:pt>
                <c:pt idx="771">
                  <c:v>0.28000000000000003</c:v>
                </c:pt>
                <c:pt idx="772">
                  <c:v>0.28000000000000003</c:v>
                </c:pt>
                <c:pt idx="773">
                  <c:v>0.3</c:v>
                </c:pt>
                <c:pt idx="774">
                  <c:v>0.26</c:v>
                </c:pt>
                <c:pt idx="775">
                  <c:v>0.24</c:v>
                </c:pt>
                <c:pt idx="776">
                  <c:v>0.24</c:v>
                </c:pt>
                <c:pt idx="777">
                  <c:v>0.24</c:v>
                </c:pt>
                <c:pt idx="778">
                  <c:v>0.24</c:v>
                </c:pt>
                <c:pt idx="779">
                  <c:v>0.24</c:v>
                </c:pt>
                <c:pt idx="780">
                  <c:v>0.24</c:v>
                </c:pt>
                <c:pt idx="781">
                  <c:v>0.24</c:v>
                </c:pt>
                <c:pt idx="782">
                  <c:v>0.24</c:v>
                </c:pt>
                <c:pt idx="783">
                  <c:v>0.24</c:v>
                </c:pt>
                <c:pt idx="784">
                  <c:v>0.24</c:v>
                </c:pt>
                <c:pt idx="785">
                  <c:v>0.22</c:v>
                </c:pt>
                <c:pt idx="786">
                  <c:v>0.2</c:v>
                </c:pt>
                <c:pt idx="787">
                  <c:v>0.2</c:v>
                </c:pt>
                <c:pt idx="788">
                  <c:v>0.22</c:v>
                </c:pt>
                <c:pt idx="789">
                  <c:v>0.2</c:v>
                </c:pt>
                <c:pt idx="790">
                  <c:v>0.2</c:v>
                </c:pt>
                <c:pt idx="791">
                  <c:v>0.2</c:v>
                </c:pt>
                <c:pt idx="792">
                  <c:v>0.22</c:v>
                </c:pt>
                <c:pt idx="793">
                  <c:v>0.22</c:v>
                </c:pt>
                <c:pt idx="794">
                  <c:v>0.22</c:v>
                </c:pt>
                <c:pt idx="795">
                  <c:v>0.22</c:v>
                </c:pt>
                <c:pt idx="796">
                  <c:v>0.22</c:v>
                </c:pt>
                <c:pt idx="797">
                  <c:v>0.22</c:v>
                </c:pt>
                <c:pt idx="798">
                  <c:v>0.24</c:v>
                </c:pt>
                <c:pt idx="799">
                  <c:v>0.28000000000000003</c:v>
                </c:pt>
                <c:pt idx="800">
                  <c:v>0.28000000000000003</c:v>
                </c:pt>
                <c:pt idx="801">
                  <c:v>0.3</c:v>
                </c:pt>
                <c:pt idx="802">
                  <c:v>0.26</c:v>
                </c:pt>
                <c:pt idx="803">
                  <c:v>0.26</c:v>
                </c:pt>
                <c:pt idx="804">
                  <c:v>0.26</c:v>
                </c:pt>
                <c:pt idx="805">
                  <c:v>0.26</c:v>
                </c:pt>
                <c:pt idx="806">
                  <c:v>0.26</c:v>
                </c:pt>
                <c:pt idx="807">
                  <c:v>0.26</c:v>
                </c:pt>
                <c:pt idx="808">
                  <c:v>0.26</c:v>
                </c:pt>
                <c:pt idx="809">
                  <c:v>0.26</c:v>
                </c:pt>
                <c:pt idx="810">
                  <c:v>0.26</c:v>
                </c:pt>
                <c:pt idx="811">
                  <c:v>0.26</c:v>
                </c:pt>
                <c:pt idx="812">
                  <c:v>0.24</c:v>
                </c:pt>
                <c:pt idx="813">
                  <c:v>0.24</c:v>
                </c:pt>
                <c:pt idx="814">
                  <c:v>0.28000000000000003</c:v>
                </c:pt>
                <c:pt idx="815">
                  <c:v>0.3</c:v>
                </c:pt>
                <c:pt idx="816">
                  <c:v>0.32</c:v>
                </c:pt>
                <c:pt idx="817">
                  <c:v>0.34</c:v>
                </c:pt>
                <c:pt idx="818">
                  <c:v>0.34</c:v>
                </c:pt>
                <c:pt idx="819">
                  <c:v>0.34</c:v>
                </c:pt>
                <c:pt idx="820">
                  <c:v>0.34</c:v>
                </c:pt>
                <c:pt idx="821">
                  <c:v>0.34</c:v>
                </c:pt>
                <c:pt idx="822">
                  <c:v>0.34</c:v>
                </c:pt>
                <c:pt idx="823">
                  <c:v>0.3</c:v>
                </c:pt>
                <c:pt idx="824">
                  <c:v>0.28000000000000003</c:v>
                </c:pt>
                <c:pt idx="825">
                  <c:v>0.28000000000000003</c:v>
                </c:pt>
                <c:pt idx="826">
                  <c:v>0.26</c:v>
                </c:pt>
                <c:pt idx="827">
                  <c:v>0.26</c:v>
                </c:pt>
                <c:pt idx="828">
                  <c:v>0.24</c:v>
                </c:pt>
                <c:pt idx="829">
                  <c:v>0.24</c:v>
                </c:pt>
                <c:pt idx="830">
                  <c:v>0.22</c:v>
                </c:pt>
                <c:pt idx="831">
                  <c:v>0.2</c:v>
                </c:pt>
                <c:pt idx="832">
                  <c:v>0.2</c:v>
                </c:pt>
                <c:pt idx="833">
                  <c:v>0.2</c:v>
                </c:pt>
                <c:pt idx="834">
                  <c:v>0.2</c:v>
                </c:pt>
                <c:pt idx="835">
                  <c:v>0.18</c:v>
                </c:pt>
                <c:pt idx="836">
                  <c:v>0.18</c:v>
                </c:pt>
                <c:pt idx="837">
                  <c:v>0.16</c:v>
                </c:pt>
                <c:pt idx="838">
                  <c:v>0.22</c:v>
                </c:pt>
                <c:pt idx="839">
                  <c:v>0.24</c:v>
                </c:pt>
                <c:pt idx="840">
                  <c:v>0.3</c:v>
                </c:pt>
                <c:pt idx="841">
                  <c:v>0.32</c:v>
                </c:pt>
                <c:pt idx="842">
                  <c:v>0.36</c:v>
                </c:pt>
                <c:pt idx="843">
                  <c:v>0.36</c:v>
                </c:pt>
                <c:pt idx="844">
                  <c:v>0.38</c:v>
                </c:pt>
                <c:pt idx="845">
                  <c:v>0.36</c:v>
                </c:pt>
                <c:pt idx="846">
                  <c:v>0.32</c:v>
                </c:pt>
                <c:pt idx="847">
                  <c:v>0.34</c:v>
                </c:pt>
                <c:pt idx="848">
                  <c:v>0.32</c:v>
                </c:pt>
                <c:pt idx="849">
                  <c:v>0.32</c:v>
                </c:pt>
                <c:pt idx="850">
                  <c:v>0.32</c:v>
                </c:pt>
                <c:pt idx="851">
                  <c:v>0.28000000000000003</c:v>
                </c:pt>
                <c:pt idx="852">
                  <c:v>0.3</c:v>
                </c:pt>
                <c:pt idx="853">
                  <c:v>0.28000000000000003</c:v>
                </c:pt>
                <c:pt idx="854">
                  <c:v>0.28000000000000003</c:v>
                </c:pt>
                <c:pt idx="855">
                  <c:v>0.26</c:v>
                </c:pt>
                <c:pt idx="856">
                  <c:v>0.28000000000000003</c:v>
                </c:pt>
                <c:pt idx="857">
                  <c:v>0.26</c:v>
                </c:pt>
                <c:pt idx="858">
                  <c:v>0.26</c:v>
                </c:pt>
                <c:pt idx="859">
                  <c:v>0.26</c:v>
                </c:pt>
                <c:pt idx="860">
                  <c:v>0.24</c:v>
                </c:pt>
                <c:pt idx="861">
                  <c:v>0.24</c:v>
                </c:pt>
                <c:pt idx="862">
                  <c:v>0.24</c:v>
                </c:pt>
                <c:pt idx="863">
                  <c:v>0.22</c:v>
                </c:pt>
                <c:pt idx="864">
                  <c:v>0.22</c:v>
                </c:pt>
                <c:pt idx="865">
                  <c:v>0.24</c:v>
                </c:pt>
                <c:pt idx="866">
                  <c:v>0.24</c:v>
                </c:pt>
                <c:pt idx="867">
                  <c:v>0.22</c:v>
                </c:pt>
                <c:pt idx="868">
                  <c:v>0.22</c:v>
                </c:pt>
                <c:pt idx="869">
                  <c:v>0.22</c:v>
                </c:pt>
                <c:pt idx="870">
                  <c:v>0.22</c:v>
                </c:pt>
                <c:pt idx="871">
                  <c:v>0.2</c:v>
                </c:pt>
                <c:pt idx="872">
                  <c:v>0.16</c:v>
                </c:pt>
                <c:pt idx="873">
                  <c:v>0.16</c:v>
                </c:pt>
                <c:pt idx="874">
                  <c:v>0.14000000000000001</c:v>
                </c:pt>
                <c:pt idx="875">
                  <c:v>0.12</c:v>
                </c:pt>
                <c:pt idx="876">
                  <c:v>0.12</c:v>
                </c:pt>
                <c:pt idx="877">
                  <c:v>0.1</c:v>
                </c:pt>
                <c:pt idx="878">
                  <c:v>0.1</c:v>
                </c:pt>
                <c:pt idx="879">
                  <c:v>0.08</c:v>
                </c:pt>
                <c:pt idx="880">
                  <c:v>0.06</c:v>
                </c:pt>
                <c:pt idx="881">
                  <c:v>0.06</c:v>
                </c:pt>
                <c:pt idx="882">
                  <c:v>0.06</c:v>
                </c:pt>
                <c:pt idx="883">
                  <c:v>0.06</c:v>
                </c:pt>
                <c:pt idx="884">
                  <c:v>0.1</c:v>
                </c:pt>
                <c:pt idx="885">
                  <c:v>0.12</c:v>
                </c:pt>
                <c:pt idx="886">
                  <c:v>0.14000000000000001</c:v>
                </c:pt>
                <c:pt idx="887">
                  <c:v>0.14000000000000001</c:v>
                </c:pt>
                <c:pt idx="888">
                  <c:v>0.18</c:v>
                </c:pt>
                <c:pt idx="889">
                  <c:v>0.18</c:v>
                </c:pt>
                <c:pt idx="890">
                  <c:v>0.2</c:v>
                </c:pt>
                <c:pt idx="891">
                  <c:v>0.2</c:v>
                </c:pt>
                <c:pt idx="892">
                  <c:v>0.2</c:v>
                </c:pt>
                <c:pt idx="893">
                  <c:v>0.2</c:v>
                </c:pt>
                <c:pt idx="894">
                  <c:v>0.18</c:v>
                </c:pt>
                <c:pt idx="895">
                  <c:v>0.14000000000000001</c:v>
                </c:pt>
                <c:pt idx="896">
                  <c:v>0.14000000000000001</c:v>
                </c:pt>
                <c:pt idx="897">
                  <c:v>0.14000000000000001</c:v>
                </c:pt>
                <c:pt idx="898">
                  <c:v>0.16</c:v>
                </c:pt>
                <c:pt idx="899">
                  <c:v>0.16</c:v>
                </c:pt>
                <c:pt idx="900">
                  <c:v>0.14000000000000001</c:v>
                </c:pt>
                <c:pt idx="901">
                  <c:v>0.14000000000000001</c:v>
                </c:pt>
                <c:pt idx="902">
                  <c:v>0.14000000000000001</c:v>
                </c:pt>
                <c:pt idx="903">
                  <c:v>0.14000000000000001</c:v>
                </c:pt>
                <c:pt idx="904">
                  <c:v>0.12</c:v>
                </c:pt>
                <c:pt idx="905">
                  <c:v>0.12</c:v>
                </c:pt>
                <c:pt idx="906">
                  <c:v>0.1</c:v>
                </c:pt>
                <c:pt idx="907">
                  <c:v>0.1</c:v>
                </c:pt>
                <c:pt idx="908">
                  <c:v>0.12</c:v>
                </c:pt>
                <c:pt idx="909">
                  <c:v>0.12</c:v>
                </c:pt>
                <c:pt idx="910">
                  <c:v>0.14000000000000001</c:v>
                </c:pt>
                <c:pt idx="911">
                  <c:v>0.16</c:v>
                </c:pt>
                <c:pt idx="912">
                  <c:v>0.18</c:v>
                </c:pt>
                <c:pt idx="913">
                  <c:v>0.2</c:v>
                </c:pt>
                <c:pt idx="914">
                  <c:v>0.2</c:v>
                </c:pt>
                <c:pt idx="915">
                  <c:v>0.2</c:v>
                </c:pt>
                <c:pt idx="916">
                  <c:v>0.18</c:v>
                </c:pt>
                <c:pt idx="917">
                  <c:v>0.16</c:v>
                </c:pt>
                <c:pt idx="918">
                  <c:v>0.14000000000000001</c:v>
                </c:pt>
                <c:pt idx="919">
                  <c:v>0.14000000000000001</c:v>
                </c:pt>
                <c:pt idx="920">
                  <c:v>0.14000000000000001</c:v>
                </c:pt>
                <c:pt idx="921">
                  <c:v>0.12</c:v>
                </c:pt>
                <c:pt idx="922">
                  <c:v>0.12</c:v>
                </c:pt>
                <c:pt idx="923">
                  <c:v>0.1</c:v>
                </c:pt>
                <c:pt idx="924">
                  <c:v>0.1</c:v>
                </c:pt>
                <c:pt idx="925">
                  <c:v>0.1</c:v>
                </c:pt>
                <c:pt idx="926">
                  <c:v>0.08</c:v>
                </c:pt>
                <c:pt idx="927">
                  <c:v>0.1</c:v>
                </c:pt>
                <c:pt idx="928">
                  <c:v>0.08</c:v>
                </c:pt>
                <c:pt idx="929">
                  <c:v>0.1</c:v>
                </c:pt>
                <c:pt idx="930">
                  <c:v>0.12</c:v>
                </c:pt>
                <c:pt idx="931">
                  <c:v>0.14000000000000001</c:v>
                </c:pt>
                <c:pt idx="932">
                  <c:v>0.22</c:v>
                </c:pt>
                <c:pt idx="933">
                  <c:v>0.22</c:v>
                </c:pt>
                <c:pt idx="934">
                  <c:v>0.24</c:v>
                </c:pt>
                <c:pt idx="935">
                  <c:v>0.3</c:v>
                </c:pt>
                <c:pt idx="936">
                  <c:v>0.32</c:v>
                </c:pt>
                <c:pt idx="937">
                  <c:v>0.3</c:v>
                </c:pt>
                <c:pt idx="938">
                  <c:v>0.3</c:v>
                </c:pt>
                <c:pt idx="939">
                  <c:v>0.28000000000000003</c:v>
                </c:pt>
                <c:pt idx="940">
                  <c:v>0.26</c:v>
                </c:pt>
                <c:pt idx="941">
                  <c:v>0.22</c:v>
                </c:pt>
                <c:pt idx="942">
                  <c:v>0.2</c:v>
                </c:pt>
                <c:pt idx="943">
                  <c:v>0.2</c:v>
                </c:pt>
                <c:pt idx="944">
                  <c:v>0.18</c:v>
                </c:pt>
                <c:pt idx="945">
                  <c:v>0.16</c:v>
                </c:pt>
                <c:pt idx="946">
                  <c:v>0.14000000000000001</c:v>
                </c:pt>
                <c:pt idx="947">
                  <c:v>0.14000000000000001</c:v>
                </c:pt>
                <c:pt idx="948">
                  <c:v>0.12</c:v>
                </c:pt>
                <c:pt idx="949">
                  <c:v>0.12</c:v>
                </c:pt>
                <c:pt idx="950">
                  <c:v>0.12</c:v>
                </c:pt>
                <c:pt idx="951">
                  <c:v>0.12</c:v>
                </c:pt>
                <c:pt idx="952">
                  <c:v>0.12</c:v>
                </c:pt>
                <c:pt idx="953">
                  <c:v>0.14000000000000001</c:v>
                </c:pt>
                <c:pt idx="954">
                  <c:v>0.16</c:v>
                </c:pt>
                <c:pt idx="955">
                  <c:v>0.22</c:v>
                </c:pt>
                <c:pt idx="956">
                  <c:v>0.3</c:v>
                </c:pt>
                <c:pt idx="957">
                  <c:v>0.3</c:v>
                </c:pt>
                <c:pt idx="958">
                  <c:v>0.3</c:v>
                </c:pt>
                <c:pt idx="959">
                  <c:v>0.34</c:v>
                </c:pt>
                <c:pt idx="960">
                  <c:v>0.34</c:v>
                </c:pt>
                <c:pt idx="961">
                  <c:v>0.34</c:v>
                </c:pt>
                <c:pt idx="962">
                  <c:v>0.32</c:v>
                </c:pt>
                <c:pt idx="963">
                  <c:v>0.28000000000000003</c:v>
                </c:pt>
                <c:pt idx="964">
                  <c:v>0.28000000000000003</c:v>
                </c:pt>
                <c:pt idx="965">
                  <c:v>0.26</c:v>
                </c:pt>
                <c:pt idx="966">
                  <c:v>0.26</c:v>
                </c:pt>
                <c:pt idx="967">
                  <c:v>0.24</c:v>
                </c:pt>
                <c:pt idx="968">
                  <c:v>0.22</c:v>
                </c:pt>
                <c:pt idx="969">
                  <c:v>0.2</c:v>
                </c:pt>
                <c:pt idx="970">
                  <c:v>0.2</c:v>
                </c:pt>
                <c:pt idx="971">
                  <c:v>0.2</c:v>
                </c:pt>
                <c:pt idx="972">
                  <c:v>0.2</c:v>
                </c:pt>
                <c:pt idx="973">
                  <c:v>0.2</c:v>
                </c:pt>
                <c:pt idx="974">
                  <c:v>0.2</c:v>
                </c:pt>
                <c:pt idx="975">
                  <c:v>0.22</c:v>
                </c:pt>
                <c:pt idx="976">
                  <c:v>0.22</c:v>
                </c:pt>
                <c:pt idx="977">
                  <c:v>0.24</c:v>
                </c:pt>
                <c:pt idx="978">
                  <c:v>0.3</c:v>
                </c:pt>
                <c:pt idx="979">
                  <c:v>0.32</c:v>
                </c:pt>
                <c:pt idx="980">
                  <c:v>0.36</c:v>
                </c:pt>
                <c:pt idx="981">
                  <c:v>0.38</c:v>
                </c:pt>
                <c:pt idx="982">
                  <c:v>0.4</c:v>
                </c:pt>
                <c:pt idx="983">
                  <c:v>0.4</c:v>
                </c:pt>
                <c:pt idx="984">
                  <c:v>0.42</c:v>
                </c:pt>
                <c:pt idx="985">
                  <c:v>0.42</c:v>
                </c:pt>
                <c:pt idx="986">
                  <c:v>0.4</c:v>
                </c:pt>
                <c:pt idx="987">
                  <c:v>0.4</c:v>
                </c:pt>
                <c:pt idx="988">
                  <c:v>0.4</c:v>
                </c:pt>
                <c:pt idx="989">
                  <c:v>0.4</c:v>
                </c:pt>
                <c:pt idx="990">
                  <c:v>0.4</c:v>
                </c:pt>
                <c:pt idx="991">
                  <c:v>0.4</c:v>
                </c:pt>
                <c:pt idx="992">
                  <c:v>0.38</c:v>
                </c:pt>
                <c:pt idx="993">
                  <c:v>0.38</c:v>
                </c:pt>
                <c:pt idx="994">
                  <c:v>0.36</c:v>
                </c:pt>
                <c:pt idx="995">
                  <c:v>0.34</c:v>
                </c:pt>
                <c:pt idx="996">
                  <c:v>0.32</c:v>
                </c:pt>
                <c:pt idx="997">
                  <c:v>0.32</c:v>
                </c:pt>
                <c:pt idx="998">
                  <c:v>0.34</c:v>
                </c:pt>
                <c:pt idx="999">
                  <c:v>0.34</c:v>
                </c:pt>
              </c:numCache>
            </c:numRef>
          </c:xVal>
          <c:yVal>
            <c:numRef>
              <c:f>'Final data'!$Q$2:$Q$1001</c:f>
              <c:numCache>
                <c:formatCode>General</c:formatCode>
                <c:ptCount val="1000"/>
                <c:pt idx="0">
                  <c:v>16</c:v>
                </c:pt>
                <c:pt idx="1">
                  <c:v>40</c:v>
                </c:pt>
                <c:pt idx="2">
                  <c:v>32</c:v>
                </c:pt>
                <c:pt idx="3">
                  <c:v>13</c:v>
                </c:pt>
                <c:pt idx="4">
                  <c:v>1</c:v>
                </c:pt>
                <c:pt idx="5">
                  <c:v>1</c:v>
                </c:pt>
                <c:pt idx="6">
                  <c:v>2</c:v>
                </c:pt>
                <c:pt idx="7">
                  <c:v>3</c:v>
                </c:pt>
                <c:pt idx="8">
                  <c:v>8</c:v>
                </c:pt>
                <c:pt idx="9">
                  <c:v>14</c:v>
                </c:pt>
                <c:pt idx="10">
                  <c:v>36</c:v>
                </c:pt>
                <c:pt idx="11">
                  <c:v>56</c:v>
                </c:pt>
                <c:pt idx="12">
                  <c:v>84</c:v>
                </c:pt>
                <c:pt idx="13">
                  <c:v>94</c:v>
                </c:pt>
                <c:pt idx="14">
                  <c:v>106</c:v>
                </c:pt>
                <c:pt idx="15">
                  <c:v>110</c:v>
                </c:pt>
                <c:pt idx="16">
                  <c:v>93</c:v>
                </c:pt>
                <c:pt idx="17">
                  <c:v>67</c:v>
                </c:pt>
                <c:pt idx="18">
                  <c:v>35</c:v>
                </c:pt>
                <c:pt idx="19">
                  <c:v>37</c:v>
                </c:pt>
                <c:pt idx="20">
                  <c:v>36</c:v>
                </c:pt>
                <c:pt idx="21">
                  <c:v>34</c:v>
                </c:pt>
                <c:pt idx="22">
                  <c:v>28</c:v>
                </c:pt>
                <c:pt idx="23">
                  <c:v>39</c:v>
                </c:pt>
                <c:pt idx="24">
                  <c:v>17</c:v>
                </c:pt>
                <c:pt idx="25">
                  <c:v>17</c:v>
                </c:pt>
                <c:pt idx="26">
                  <c:v>9</c:v>
                </c:pt>
                <c:pt idx="27">
                  <c:v>6</c:v>
                </c:pt>
                <c:pt idx="28">
                  <c:v>3</c:v>
                </c:pt>
                <c:pt idx="29">
                  <c:v>2</c:v>
                </c:pt>
                <c:pt idx="30">
                  <c:v>1</c:v>
                </c:pt>
                <c:pt idx="31">
                  <c:v>8</c:v>
                </c:pt>
                <c:pt idx="32">
                  <c:v>20</c:v>
                </c:pt>
                <c:pt idx="33">
                  <c:v>53</c:v>
                </c:pt>
                <c:pt idx="34">
                  <c:v>70</c:v>
                </c:pt>
                <c:pt idx="35">
                  <c:v>93</c:v>
                </c:pt>
                <c:pt idx="36">
                  <c:v>75</c:v>
                </c:pt>
                <c:pt idx="37">
                  <c:v>59</c:v>
                </c:pt>
                <c:pt idx="38">
                  <c:v>74</c:v>
                </c:pt>
                <c:pt idx="39">
                  <c:v>76</c:v>
                </c:pt>
                <c:pt idx="40">
                  <c:v>65</c:v>
                </c:pt>
                <c:pt idx="41">
                  <c:v>53</c:v>
                </c:pt>
                <c:pt idx="42">
                  <c:v>30</c:v>
                </c:pt>
                <c:pt idx="43">
                  <c:v>22</c:v>
                </c:pt>
                <c:pt idx="44">
                  <c:v>31</c:v>
                </c:pt>
                <c:pt idx="45">
                  <c:v>9</c:v>
                </c:pt>
                <c:pt idx="46">
                  <c:v>8</c:v>
                </c:pt>
                <c:pt idx="47">
                  <c:v>5</c:v>
                </c:pt>
                <c:pt idx="48">
                  <c:v>2</c:v>
                </c:pt>
                <c:pt idx="49">
                  <c:v>1</c:v>
                </c:pt>
                <c:pt idx="50">
                  <c:v>3</c:v>
                </c:pt>
                <c:pt idx="51">
                  <c:v>30</c:v>
                </c:pt>
                <c:pt idx="52">
                  <c:v>64</c:v>
                </c:pt>
                <c:pt idx="53">
                  <c:v>154</c:v>
                </c:pt>
                <c:pt idx="54">
                  <c:v>88</c:v>
                </c:pt>
                <c:pt idx="55">
                  <c:v>44</c:v>
                </c:pt>
                <c:pt idx="56">
                  <c:v>51</c:v>
                </c:pt>
                <c:pt idx="57">
                  <c:v>61</c:v>
                </c:pt>
                <c:pt idx="58">
                  <c:v>61</c:v>
                </c:pt>
                <c:pt idx="59">
                  <c:v>77</c:v>
                </c:pt>
                <c:pt idx="60">
                  <c:v>72</c:v>
                </c:pt>
                <c:pt idx="61">
                  <c:v>76</c:v>
                </c:pt>
                <c:pt idx="62">
                  <c:v>157</c:v>
                </c:pt>
                <c:pt idx="63">
                  <c:v>157</c:v>
                </c:pt>
                <c:pt idx="64">
                  <c:v>110</c:v>
                </c:pt>
                <c:pt idx="65">
                  <c:v>52</c:v>
                </c:pt>
                <c:pt idx="66">
                  <c:v>52</c:v>
                </c:pt>
                <c:pt idx="67">
                  <c:v>20</c:v>
                </c:pt>
                <c:pt idx="68">
                  <c:v>12</c:v>
                </c:pt>
                <c:pt idx="69">
                  <c:v>5</c:v>
                </c:pt>
                <c:pt idx="70">
                  <c:v>2</c:v>
                </c:pt>
                <c:pt idx="71">
                  <c:v>1</c:v>
                </c:pt>
                <c:pt idx="72">
                  <c:v>2</c:v>
                </c:pt>
                <c:pt idx="73">
                  <c:v>4</c:v>
                </c:pt>
                <c:pt idx="74">
                  <c:v>36</c:v>
                </c:pt>
                <c:pt idx="75">
                  <c:v>94</c:v>
                </c:pt>
                <c:pt idx="76">
                  <c:v>179</c:v>
                </c:pt>
                <c:pt idx="77">
                  <c:v>100</c:v>
                </c:pt>
                <c:pt idx="78">
                  <c:v>42</c:v>
                </c:pt>
                <c:pt idx="79">
                  <c:v>57</c:v>
                </c:pt>
                <c:pt idx="80">
                  <c:v>78</c:v>
                </c:pt>
                <c:pt idx="81">
                  <c:v>97</c:v>
                </c:pt>
                <c:pt idx="82">
                  <c:v>63</c:v>
                </c:pt>
                <c:pt idx="83">
                  <c:v>65</c:v>
                </c:pt>
                <c:pt idx="84">
                  <c:v>83</c:v>
                </c:pt>
                <c:pt idx="85">
                  <c:v>212</c:v>
                </c:pt>
                <c:pt idx="86">
                  <c:v>182</c:v>
                </c:pt>
                <c:pt idx="87">
                  <c:v>112</c:v>
                </c:pt>
                <c:pt idx="88">
                  <c:v>54</c:v>
                </c:pt>
                <c:pt idx="89">
                  <c:v>48</c:v>
                </c:pt>
                <c:pt idx="90">
                  <c:v>35</c:v>
                </c:pt>
                <c:pt idx="91">
                  <c:v>11</c:v>
                </c:pt>
                <c:pt idx="92">
                  <c:v>6</c:v>
                </c:pt>
                <c:pt idx="93">
                  <c:v>6</c:v>
                </c:pt>
                <c:pt idx="94">
                  <c:v>2</c:v>
                </c:pt>
                <c:pt idx="95">
                  <c:v>2</c:v>
                </c:pt>
                <c:pt idx="96">
                  <c:v>3</c:v>
                </c:pt>
                <c:pt idx="97">
                  <c:v>33</c:v>
                </c:pt>
                <c:pt idx="98">
                  <c:v>88</c:v>
                </c:pt>
                <c:pt idx="99">
                  <c:v>195</c:v>
                </c:pt>
                <c:pt idx="100">
                  <c:v>115</c:v>
                </c:pt>
                <c:pt idx="101">
                  <c:v>57</c:v>
                </c:pt>
                <c:pt idx="102">
                  <c:v>46</c:v>
                </c:pt>
                <c:pt idx="103">
                  <c:v>79</c:v>
                </c:pt>
                <c:pt idx="104">
                  <c:v>71</c:v>
                </c:pt>
                <c:pt idx="105">
                  <c:v>62</c:v>
                </c:pt>
                <c:pt idx="106">
                  <c:v>62</c:v>
                </c:pt>
                <c:pt idx="107">
                  <c:v>89</c:v>
                </c:pt>
                <c:pt idx="108">
                  <c:v>190</c:v>
                </c:pt>
                <c:pt idx="109">
                  <c:v>169</c:v>
                </c:pt>
                <c:pt idx="110">
                  <c:v>132</c:v>
                </c:pt>
                <c:pt idx="111">
                  <c:v>89</c:v>
                </c:pt>
                <c:pt idx="112">
                  <c:v>43</c:v>
                </c:pt>
                <c:pt idx="113">
                  <c:v>42</c:v>
                </c:pt>
                <c:pt idx="114">
                  <c:v>19</c:v>
                </c:pt>
                <c:pt idx="115">
                  <c:v>11</c:v>
                </c:pt>
                <c:pt idx="116">
                  <c:v>4</c:v>
                </c:pt>
                <c:pt idx="117">
                  <c:v>2</c:v>
                </c:pt>
                <c:pt idx="118">
                  <c:v>1</c:v>
                </c:pt>
                <c:pt idx="119">
                  <c:v>4</c:v>
                </c:pt>
                <c:pt idx="120">
                  <c:v>36</c:v>
                </c:pt>
                <c:pt idx="121">
                  <c:v>95</c:v>
                </c:pt>
                <c:pt idx="122">
                  <c:v>219</c:v>
                </c:pt>
                <c:pt idx="123">
                  <c:v>122</c:v>
                </c:pt>
                <c:pt idx="124">
                  <c:v>45</c:v>
                </c:pt>
                <c:pt idx="125">
                  <c:v>59</c:v>
                </c:pt>
                <c:pt idx="126">
                  <c:v>84</c:v>
                </c:pt>
                <c:pt idx="127">
                  <c:v>67</c:v>
                </c:pt>
                <c:pt idx="128">
                  <c:v>70</c:v>
                </c:pt>
                <c:pt idx="129">
                  <c:v>62</c:v>
                </c:pt>
                <c:pt idx="130">
                  <c:v>86</c:v>
                </c:pt>
                <c:pt idx="131">
                  <c:v>172</c:v>
                </c:pt>
                <c:pt idx="132">
                  <c:v>163</c:v>
                </c:pt>
                <c:pt idx="133">
                  <c:v>112</c:v>
                </c:pt>
                <c:pt idx="134">
                  <c:v>69</c:v>
                </c:pt>
                <c:pt idx="135">
                  <c:v>48</c:v>
                </c:pt>
                <c:pt idx="136">
                  <c:v>52</c:v>
                </c:pt>
                <c:pt idx="137">
                  <c:v>23</c:v>
                </c:pt>
                <c:pt idx="138">
                  <c:v>17</c:v>
                </c:pt>
                <c:pt idx="139">
                  <c:v>7</c:v>
                </c:pt>
                <c:pt idx="140">
                  <c:v>1</c:v>
                </c:pt>
                <c:pt idx="141">
                  <c:v>1</c:v>
                </c:pt>
                <c:pt idx="142">
                  <c:v>5</c:v>
                </c:pt>
                <c:pt idx="143">
                  <c:v>34</c:v>
                </c:pt>
                <c:pt idx="144">
                  <c:v>84</c:v>
                </c:pt>
                <c:pt idx="145">
                  <c:v>210</c:v>
                </c:pt>
                <c:pt idx="146">
                  <c:v>134</c:v>
                </c:pt>
                <c:pt idx="147">
                  <c:v>63</c:v>
                </c:pt>
                <c:pt idx="148">
                  <c:v>67</c:v>
                </c:pt>
                <c:pt idx="149">
                  <c:v>59</c:v>
                </c:pt>
                <c:pt idx="150">
                  <c:v>73</c:v>
                </c:pt>
                <c:pt idx="151">
                  <c:v>50</c:v>
                </c:pt>
                <c:pt idx="152">
                  <c:v>72</c:v>
                </c:pt>
                <c:pt idx="153">
                  <c:v>87</c:v>
                </c:pt>
                <c:pt idx="154">
                  <c:v>187</c:v>
                </c:pt>
                <c:pt idx="155">
                  <c:v>123</c:v>
                </c:pt>
                <c:pt idx="156">
                  <c:v>95</c:v>
                </c:pt>
                <c:pt idx="157">
                  <c:v>51</c:v>
                </c:pt>
                <c:pt idx="158">
                  <c:v>39</c:v>
                </c:pt>
                <c:pt idx="159">
                  <c:v>36</c:v>
                </c:pt>
                <c:pt idx="160">
                  <c:v>15</c:v>
                </c:pt>
                <c:pt idx="161">
                  <c:v>25</c:v>
                </c:pt>
                <c:pt idx="162">
                  <c:v>16</c:v>
                </c:pt>
                <c:pt idx="163">
                  <c:v>16</c:v>
                </c:pt>
                <c:pt idx="164">
                  <c:v>7</c:v>
                </c:pt>
                <c:pt idx="165">
                  <c:v>1</c:v>
                </c:pt>
                <c:pt idx="166">
                  <c:v>5</c:v>
                </c:pt>
                <c:pt idx="167">
                  <c:v>2</c:v>
                </c:pt>
                <c:pt idx="168">
                  <c:v>9</c:v>
                </c:pt>
                <c:pt idx="169">
                  <c:v>15</c:v>
                </c:pt>
                <c:pt idx="170">
                  <c:v>20</c:v>
                </c:pt>
                <c:pt idx="171">
                  <c:v>61</c:v>
                </c:pt>
                <c:pt idx="172">
                  <c:v>62</c:v>
                </c:pt>
                <c:pt idx="173">
                  <c:v>98</c:v>
                </c:pt>
                <c:pt idx="174">
                  <c:v>102</c:v>
                </c:pt>
                <c:pt idx="175">
                  <c:v>95</c:v>
                </c:pt>
                <c:pt idx="176">
                  <c:v>74</c:v>
                </c:pt>
                <c:pt idx="177">
                  <c:v>76</c:v>
                </c:pt>
                <c:pt idx="178">
                  <c:v>69</c:v>
                </c:pt>
                <c:pt idx="179">
                  <c:v>55</c:v>
                </c:pt>
                <c:pt idx="180">
                  <c:v>30</c:v>
                </c:pt>
                <c:pt idx="181">
                  <c:v>28</c:v>
                </c:pt>
                <c:pt idx="182">
                  <c:v>37</c:v>
                </c:pt>
                <c:pt idx="183">
                  <c:v>34</c:v>
                </c:pt>
                <c:pt idx="184">
                  <c:v>22</c:v>
                </c:pt>
                <c:pt idx="185">
                  <c:v>25</c:v>
                </c:pt>
                <c:pt idx="186">
                  <c:v>12</c:v>
                </c:pt>
                <c:pt idx="187">
                  <c:v>11</c:v>
                </c:pt>
                <c:pt idx="188">
                  <c:v>4</c:v>
                </c:pt>
                <c:pt idx="189">
                  <c:v>1</c:v>
                </c:pt>
                <c:pt idx="190">
                  <c:v>1</c:v>
                </c:pt>
                <c:pt idx="191">
                  <c:v>1</c:v>
                </c:pt>
                <c:pt idx="192">
                  <c:v>6</c:v>
                </c:pt>
                <c:pt idx="193">
                  <c:v>10</c:v>
                </c:pt>
                <c:pt idx="194">
                  <c:v>19</c:v>
                </c:pt>
                <c:pt idx="195">
                  <c:v>49</c:v>
                </c:pt>
                <c:pt idx="196">
                  <c:v>49</c:v>
                </c:pt>
                <c:pt idx="197">
                  <c:v>83</c:v>
                </c:pt>
                <c:pt idx="198">
                  <c:v>75</c:v>
                </c:pt>
                <c:pt idx="199">
                  <c:v>72</c:v>
                </c:pt>
                <c:pt idx="200">
                  <c:v>82</c:v>
                </c:pt>
                <c:pt idx="201">
                  <c:v>92</c:v>
                </c:pt>
                <c:pt idx="202">
                  <c:v>62</c:v>
                </c:pt>
                <c:pt idx="203">
                  <c:v>48</c:v>
                </c:pt>
                <c:pt idx="204">
                  <c:v>41</c:v>
                </c:pt>
                <c:pt idx="205">
                  <c:v>38</c:v>
                </c:pt>
                <c:pt idx="206">
                  <c:v>20</c:v>
                </c:pt>
                <c:pt idx="207">
                  <c:v>15</c:v>
                </c:pt>
                <c:pt idx="208">
                  <c:v>6</c:v>
                </c:pt>
                <c:pt idx="209">
                  <c:v>5</c:v>
                </c:pt>
                <c:pt idx="210">
                  <c:v>1</c:v>
                </c:pt>
                <c:pt idx="211">
                  <c:v>3</c:v>
                </c:pt>
                <c:pt idx="212">
                  <c:v>1</c:v>
                </c:pt>
                <c:pt idx="213">
                  <c:v>3</c:v>
                </c:pt>
                <c:pt idx="214">
                  <c:v>3</c:v>
                </c:pt>
                <c:pt idx="215">
                  <c:v>31</c:v>
                </c:pt>
                <c:pt idx="216">
                  <c:v>77</c:v>
                </c:pt>
                <c:pt idx="217">
                  <c:v>188</c:v>
                </c:pt>
                <c:pt idx="218">
                  <c:v>94</c:v>
                </c:pt>
                <c:pt idx="219">
                  <c:v>31</c:v>
                </c:pt>
                <c:pt idx="220">
                  <c:v>30</c:v>
                </c:pt>
                <c:pt idx="221">
                  <c:v>52</c:v>
                </c:pt>
                <c:pt idx="222">
                  <c:v>54</c:v>
                </c:pt>
                <c:pt idx="223">
                  <c:v>47</c:v>
                </c:pt>
                <c:pt idx="224">
                  <c:v>45</c:v>
                </c:pt>
                <c:pt idx="225">
                  <c:v>74</c:v>
                </c:pt>
                <c:pt idx="226">
                  <c:v>178</c:v>
                </c:pt>
                <c:pt idx="227">
                  <c:v>155</c:v>
                </c:pt>
                <c:pt idx="228">
                  <c:v>95</c:v>
                </c:pt>
                <c:pt idx="229">
                  <c:v>74</c:v>
                </c:pt>
                <c:pt idx="230">
                  <c:v>38</c:v>
                </c:pt>
                <c:pt idx="231">
                  <c:v>24</c:v>
                </c:pt>
                <c:pt idx="232">
                  <c:v>18</c:v>
                </c:pt>
                <c:pt idx="233">
                  <c:v>12</c:v>
                </c:pt>
                <c:pt idx="234">
                  <c:v>3</c:v>
                </c:pt>
                <c:pt idx="235">
                  <c:v>3</c:v>
                </c:pt>
                <c:pt idx="236">
                  <c:v>6</c:v>
                </c:pt>
                <c:pt idx="237">
                  <c:v>27</c:v>
                </c:pt>
                <c:pt idx="238">
                  <c:v>99</c:v>
                </c:pt>
                <c:pt idx="239">
                  <c:v>217</c:v>
                </c:pt>
                <c:pt idx="240">
                  <c:v>130</c:v>
                </c:pt>
                <c:pt idx="241">
                  <c:v>54</c:v>
                </c:pt>
                <c:pt idx="242">
                  <c:v>35</c:v>
                </c:pt>
                <c:pt idx="243">
                  <c:v>57</c:v>
                </c:pt>
                <c:pt idx="244">
                  <c:v>52</c:v>
                </c:pt>
                <c:pt idx="245">
                  <c:v>63</c:v>
                </c:pt>
                <c:pt idx="246">
                  <c:v>47</c:v>
                </c:pt>
                <c:pt idx="247">
                  <c:v>76</c:v>
                </c:pt>
                <c:pt idx="248">
                  <c:v>136</c:v>
                </c:pt>
                <c:pt idx="249">
                  <c:v>95</c:v>
                </c:pt>
                <c:pt idx="250">
                  <c:v>51</c:v>
                </c:pt>
                <c:pt idx="251">
                  <c:v>32</c:v>
                </c:pt>
                <c:pt idx="252">
                  <c:v>20</c:v>
                </c:pt>
                <c:pt idx="253">
                  <c:v>29</c:v>
                </c:pt>
                <c:pt idx="254">
                  <c:v>19</c:v>
                </c:pt>
                <c:pt idx="255">
                  <c:v>7</c:v>
                </c:pt>
                <c:pt idx="256">
                  <c:v>6</c:v>
                </c:pt>
                <c:pt idx="257">
                  <c:v>1</c:v>
                </c:pt>
                <c:pt idx="258">
                  <c:v>5</c:v>
                </c:pt>
                <c:pt idx="259">
                  <c:v>16</c:v>
                </c:pt>
                <c:pt idx="260">
                  <c:v>54</c:v>
                </c:pt>
                <c:pt idx="261">
                  <c:v>128</c:v>
                </c:pt>
                <c:pt idx="262">
                  <c:v>81</c:v>
                </c:pt>
                <c:pt idx="263">
                  <c:v>39</c:v>
                </c:pt>
                <c:pt idx="264">
                  <c:v>35</c:v>
                </c:pt>
                <c:pt idx="265">
                  <c:v>55</c:v>
                </c:pt>
                <c:pt idx="266">
                  <c:v>49</c:v>
                </c:pt>
                <c:pt idx="267">
                  <c:v>44</c:v>
                </c:pt>
                <c:pt idx="268">
                  <c:v>49</c:v>
                </c:pt>
                <c:pt idx="269">
                  <c:v>68</c:v>
                </c:pt>
                <c:pt idx="270">
                  <c:v>139</c:v>
                </c:pt>
                <c:pt idx="271">
                  <c:v>137</c:v>
                </c:pt>
                <c:pt idx="272">
                  <c:v>83</c:v>
                </c:pt>
                <c:pt idx="273">
                  <c:v>56</c:v>
                </c:pt>
                <c:pt idx="274">
                  <c:v>57</c:v>
                </c:pt>
                <c:pt idx="275">
                  <c:v>33</c:v>
                </c:pt>
                <c:pt idx="276">
                  <c:v>20</c:v>
                </c:pt>
                <c:pt idx="277">
                  <c:v>7</c:v>
                </c:pt>
                <c:pt idx="278">
                  <c:v>2</c:v>
                </c:pt>
                <c:pt idx="279">
                  <c:v>2</c:v>
                </c:pt>
                <c:pt idx="280">
                  <c:v>3</c:v>
                </c:pt>
                <c:pt idx="281">
                  <c:v>4</c:v>
                </c:pt>
                <c:pt idx="282">
                  <c:v>3</c:v>
                </c:pt>
                <c:pt idx="283">
                  <c:v>28</c:v>
                </c:pt>
                <c:pt idx="284">
                  <c:v>72</c:v>
                </c:pt>
                <c:pt idx="285">
                  <c:v>202</c:v>
                </c:pt>
                <c:pt idx="286">
                  <c:v>139</c:v>
                </c:pt>
                <c:pt idx="287">
                  <c:v>38</c:v>
                </c:pt>
                <c:pt idx="288">
                  <c:v>37</c:v>
                </c:pt>
                <c:pt idx="289">
                  <c:v>52</c:v>
                </c:pt>
                <c:pt idx="290">
                  <c:v>83</c:v>
                </c:pt>
                <c:pt idx="291">
                  <c:v>42</c:v>
                </c:pt>
                <c:pt idx="292">
                  <c:v>60</c:v>
                </c:pt>
                <c:pt idx="293">
                  <c:v>78</c:v>
                </c:pt>
                <c:pt idx="294">
                  <c:v>162</c:v>
                </c:pt>
                <c:pt idx="295">
                  <c:v>144</c:v>
                </c:pt>
                <c:pt idx="296">
                  <c:v>99</c:v>
                </c:pt>
                <c:pt idx="297">
                  <c:v>64</c:v>
                </c:pt>
                <c:pt idx="298">
                  <c:v>40</c:v>
                </c:pt>
                <c:pt idx="299">
                  <c:v>30</c:v>
                </c:pt>
                <c:pt idx="300">
                  <c:v>15</c:v>
                </c:pt>
                <c:pt idx="301">
                  <c:v>14</c:v>
                </c:pt>
                <c:pt idx="302">
                  <c:v>5</c:v>
                </c:pt>
                <c:pt idx="303">
                  <c:v>1</c:v>
                </c:pt>
                <c:pt idx="304">
                  <c:v>1</c:v>
                </c:pt>
                <c:pt idx="305">
                  <c:v>8</c:v>
                </c:pt>
                <c:pt idx="306">
                  <c:v>17</c:v>
                </c:pt>
                <c:pt idx="307">
                  <c:v>70</c:v>
                </c:pt>
                <c:pt idx="308">
                  <c:v>158</c:v>
                </c:pt>
                <c:pt idx="309">
                  <c:v>117</c:v>
                </c:pt>
                <c:pt idx="310">
                  <c:v>44</c:v>
                </c:pt>
                <c:pt idx="311">
                  <c:v>53</c:v>
                </c:pt>
                <c:pt idx="312">
                  <c:v>61</c:v>
                </c:pt>
                <c:pt idx="313">
                  <c:v>77</c:v>
                </c:pt>
                <c:pt idx="314">
                  <c:v>64</c:v>
                </c:pt>
                <c:pt idx="315">
                  <c:v>68</c:v>
                </c:pt>
                <c:pt idx="316">
                  <c:v>90</c:v>
                </c:pt>
                <c:pt idx="317">
                  <c:v>159</c:v>
                </c:pt>
                <c:pt idx="318">
                  <c:v>139</c:v>
                </c:pt>
                <c:pt idx="319">
                  <c:v>92</c:v>
                </c:pt>
                <c:pt idx="320">
                  <c:v>68</c:v>
                </c:pt>
                <c:pt idx="321">
                  <c:v>52</c:v>
                </c:pt>
                <c:pt idx="322">
                  <c:v>36</c:v>
                </c:pt>
                <c:pt idx="323">
                  <c:v>27</c:v>
                </c:pt>
                <c:pt idx="324">
                  <c:v>28</c:v>
                </c:pt>
                <c:pt idx="325">
                  <c:v>20</c:v>
                </c:pt>
                <c:pt idx="326">
                  <c:v>12</c:v>
                </c:pt>
                <c:pt idx="327">
                  <c:v>8</c:v>
                </c:pt>
                <c:pt idx="328">
                  <c:v>5</c:v>
                </c:pt>
                <c:pt idx="329">
                  <c:v>1</c:v>
                </c:pt>
                <c:pt idx="330">
                  <c:v>3</c:v>
                </c:pt>
                <c:pt idx="331">
                  <c:v>10</c:v>
                </c:pt>
                <c:pt idx="332">
                  <c:v>23</c:v>
                </c:pt>
                <c:pt idx="333">
                  <c:v>33</c:v>
                </c:pt>
                <c:pt idx="334">
                  <c:v>59</c:v>
                </c:pt>
                <c:pt idx="335">
                  <c:v>72</c:v>
                </c:pt>
                <c:pt idx="336">
                  <c:v>89</c:v>
                </c:pt>
                <c:pt idx="337">
                  <c:v>101</c:v>
                </c:pt>
                <c:pt idx="338">
                  <c:v>118</c:v>
                </c:pt>
                <c:pt idx="339">
                  <c:v>129</c:v>
                </c:pt>
                <c:pt idx="340">
                  <c:v>128</c:v>
                </c:pt>
                <c:pt idx="341">
                  <c:v>83</c:v>
                </c:pt>
                <c:pt idx="342">
                  <c:v>84</c:v>
                </c:pt>
                <c:pt idx="343">
                  <c:v>74</c:v>
                </c:pt>
                <c:pt idx="344">
                  <c:v>41</c:v>
                </c:pt>
                <c:pt idx="345">
                  <c:v>57</c:v>
                </c:pt>
                <c:pt idx="346">
                  <c:v>26</c:v>
                </c:pt>
                <c:pt idx="347">
                  <c:v>44</c:v>
                </c:pt>
                <c:pt idx="348">
                  <c:v>39</c:v>
                </c:pt>
                <c:pt idx="349">
                  <c:v>23</c:v>
                </c:pt>
                <c:pt idx="350">
                  <c:v>16</c:v>
                </c:pt>
                <c:pt idx="351">
                  <c:v>15</c:v>
                </c:pt>
                <c:pt idx="352">
                  <c:v>1</c:v>
                </c:pt>
                <c:pt idx="353">
                  <c:v>2</c:v>
                </c:pt>
                <c:pt idx="354">
                  <c:v>1</c:v>
                </c:pt>
                <c:pt idx="355">
                  <c:v>3</c:v>
                </c:pt>
                <c:pt idx="356">
                  <c:v>18</c:v>
                </c:pt>
                <c:pt idx="357">
                  <c:v>32</c:v>
                </c:pt>
                <c:pt idx="358">
                  <c:v>79</c:v>
                </c:pt>
                <c:pt idx="359">
                  <c:v>93</c:v>
                </c:pt>
                <c:pt idx="360">
                  <c:v>104</c:v>
                </c:pt>
                <c:pt idx="361">
                  <c:v>118</c:v>
                </c:pt>
                <c:pt idx="362">
                  <c:v>91</c:v>
                </c:pt>
                <c:pt idx="363">
                  <c:v>113</c:v>
                </c:pt>
                <c:pt idx="364">
                  <c:v>99</c:v>
                </c:pt>
                <c:pt idx="365">
                  <c:v>105</c:v>
                </c:pt>
                <c:pt idx="366">
                  <c:v>67</c:v>
                </c:pt>
                <c:pt idx="367">
                  <c:v>61</c:v>
                </c:pt>
                <c:pt idx="368">
                  <c:v>57</c:v>
                </c:pt>
                <c:pt idx="369">
                  <c:v>28</c:v>
                </c:pt>
                <c:pt idx="370">
                  <c:v>21</c:v>
                </c:pt>
                <c:pt idx="371">
                  <c:v>18</c:v>
                </c:pt>
                <c:pt idx="372">
                  <c:v>17</c:v>
                </c:pt>
                <c:pt idx="373">
                  <c:v>16</c:v>
                </c:pt>
                <c:pt idx="374">
                  <c:v>8</c:v>
                </c:pt>
                <c:pt idx="375">
                  <c:v>2</c:v>
                </c:pt>
                <c:pt idx="376">
                  <c:v>3</c:v>
                </c:pt>
                <c:pt idx="377">
                  <c:v>1</c:v>
                </c:pt>
                <c:pt idx="378">
                  <c:v>5</c:v>
                </c:pt>
                <c:pt idx="379">
                  <c:v>13</c:v>
                </c:pt>
                <c:pt idx="380">
                  <c:v>33</c:v>
                </c:pt>
                <c:pt idx="381">
                  <c:v>47</c:v>
                </c:pt>
                <c:pt idx="382">
                  <c:v>57</c:v>
                </c:pt>
                <c:pt idx="383">
                  <c:v>64</c:v>
                </c:pt>
                <c:pt idx="384">
                  <c:v>80</c:v>
                </c:pt>
                <c:pt idx="385">
                  <c:v>93</c:v>
                </c:pt>
                <c:pt idx="386">
                  <c:v>86</c:v>
                </c:pt>
                <c:pt idx="387">
                  <c:v>93</c:v>
                </c:pt>
                <c:pt idx="388">
                  <c:v>82</c:v>
                </c:pt>
                <c:pt idx="389">
                  <c:v>71</c:v>
                </c:pt>
                <c:pt idx="390">
                  <c:v>92</c:v>
                </c:pt>
                <c:pt idx="391">
                  <c:v>60</c:v>
                </c:pt>
                <c:pt idx="392">
                  <c:v>33</c:v>
                </c:pt>
                <c:pt idx="393">
                  <c:v>27</c:v>
                </c:pt>
                <c:pt idx="394">
                  <c:v>13</c:v>
                </c:pt>
                <c:pt idx="395">
                  <c:v>4</c:v>
                </c:pt>
                <c:pt idx="396">
                  <c:v>3</c:v>
                </c:pt>
                <c:pt idx="397">
                  <c:v>22</c:v>
                </c:pt>
                <c:pt idx="398">
                  <c:v>28</c:v>
                </c:pt>
                <c:pt idx="399">
                  <c:v>35</c:v>
                </c:pt>
                <c:pt idx="400">
                  <c:v>61</c:v>
                </c:pt>
                <c:pt idx="401">
                  <c:v>125</c:v>
                </c:pt>
                <c:pt idx="402">
                  <c:v>133</c:v>
                </c:pt>
                <c:pt idx="403">
                  <c:v>99</c:v>
                </c:pt>
                <c:pt idx="404">
                  <c:v>83</c:v>
                </c:pt>
                <c:pt idx="405">
                  <c:v>41</c:v>
                </c:pt>
                <c:pt idx="406">
                  <c:v>33</c:v>
                </c:pt>
                <c:pt idx="407">
                  <c:v>20</c:v>
                </c:pt>
                <c:pt idx="408">
                  <c:v>3</c:v>
                </c:pt>
                <c:pt idx="409">
                  <c:v>7</c:v>
                </c:pt>
                <c:pt idx="410">
                  <c:v>3</c:v>
                </c:pt>
                <c:pt idx="411">
                  <c:v>2</c:v>
                </c:pt>
                <c:pt idx="412">
                  <c:v>7</c:v>
                </c:pt>
                <c:pt idx="413">
                  <c:v>32</c:v>
                </c:pt>
                <c:pt idx="414">
                  <c:v>90</c:v>
                </c:pt>
                <c:pt idx="415">
                  <c:v>197</c:v>
                </c:pt>
                <c:pt idx="416">
                  <c:v>109</c:v>
                </c:pt>
                <c:pt idx="417">
                  <c:v>47</c:v>
                </c:pt>
                <c:pt idx="418">
                  <c:v>52</c:v>
                </c:pt>
                <c:pt idx="419">
                  <c:v>70</c:v>
                </c:pt>
                <c:pt idx="420">
                  <c:v>78</c:v>
                </c:pt>
                <c:pt idx="421">
                  <c:v>75</c:v>
                </c:pt>
                <c:pt idx="422">
                  <c:v>82</c:v>
                </c:pt>
                <c:pt idx="423">
                  <c:v>104</c:v>
                </c:pt>
                <c:pt idx="424">
                  <c:v>197</c:v>
                </c:pt>
                <c:pt idx="425">
                  <c:v>161</c:v>
                </c:pt>
                <c:pt idx="426">
                  <c:v>112</c:v>
                </c:pt>
                <c:pt idx="427">
                  <c:v>76</c:v>
                </c:pt>
                <c:pt idx="428">
                  <c:v>59</c:v>
                </c:pt>
                <c:pt idx="429">
                  <c:v>59</c:v>
                </c:pt>
                <c:pt idx="430">
                  <c:v>28</c:v>
                </c:pt>
                <c:pt idx="431">
                  <c:v>13</c:v>
                </c:pt>
                <c:pt idx="432">
                  <c:v>5</c:v>
                </c:pt>
                <c:pt idx="433">
                  <c:v>2</c:v>
                </c:pt>
                <c:pt idx="434">
                  <c:v>1</c:v>
                </c:pt>
                <c:pt idx="435">
                  <c:v>1</c:v>
                </c:pt>
                <c:pt idx="436">
                  <c:v>6</c:v>
                </c:pt>
                <c:pt idx="437">
                  <c:v>35</c:v>
                </c:pt>
                <c:pt idx="438">
                  <c:v>101</c:v>
                </c:pt>
                <c:pt idx="439">
                  <c:v>249</c:v>
                </c:pt>
                <c:pt idx="440">
                  <c:v>143</c:v>
                </c:pt>
                <c:pt idx="441">
                  <c:v>57</c:v>
                </c:pt>
                <c:pt idx="442">
                  <c:v>68</c:v>
                </c:pt>
                <c:pt idx="443">
                  <c:v>84</c:v>
                </c:pt>
                <c:pt idx="444">
                  <c:v>98</c:v>
                </c:pt>
                <c:pt idx="445">
                  <c:v>81</c:v>
                </c:pt>
                <c:pt idx="446">
                  <c:v>70</c:v>
                </c:pt>
                <c:pt idx="447">
                  <c:v>91</c:v>
                </c:pt>
                <c:pt idx="448">
                  <c:v>215</c:v>
                </c:pt>
                <c:pt idx="449">
                  <c:v>185</c:v>
                </c:pt>
                <c:pt idx="450">
                  <c:v>152</c:v>
                </c:pt>
                <c:pt idx="451">
                  <c:v>126</c:v>
                </c:pt>
                <c:pt idx="452">
                  <c:v>57</c:v>
                </c:pt>
                <c:pt idx="453">
                  <c:v>56</c:v>
                </c:pt>
                <c:pt idx="454">
                  <c:v>31</c:v>
                </c:pt>
                <c:pt idx="455">
                  <c:v>21</c:v>
                </c:pt>
                <c:pt idx="456">
                  <c:v>6</c:v>
                </c:pt>
                <c:pt idx="457">
                  <c:v>2</c:v>
                </c:pt>
                <c:pt idx="458">
                  <c:v>1</c:v>
                </c:pt>
                <c:pt idx="459">
                  <c:v>1</c:v>
                </c:pt>
                <c:pt idx="460">
                  <c:v>5</c:v>
                </c:pt>
                <c:pt idx="461">
                  <c:v>27</c:v>
                </c:pt>
                <c:pt idx="462">
                  <c:v>68</c:v>
                </c:pt>
                <c:pt idx="463">
                  <c:v>217</c:v>
                </c:pt>
                <c:pt idx="464">
                  <c:v>166</c:v>
                </c:pt>
                <c:pt idx="465">
                  <c:v>63</c:v>
                </c:pt>
                <c:pt idx="466">
                  <c:v>59</c:v>
                </c:pt>
                <c:pt idx="467">
                  <c:v>78</c:v>
                </c:pt>
                <c:pt idx="468">
                  <c:v>73</c:v>
                </c:pt>
                <c:pt idx="469">
                  <c:v>62</c:v>
                </c:pt>
                <c:pt idx="470">
                  <c:v>65</c:v>
                </c:pt>
                <c:pt idx="471">
                  <c:v>97</c:v>
                </c:pt>
                <c:pt idx="472">
                  <c:v>161</c:v>
                </c:pt>
                <c:pt idx="473">
                  <c:v>120</c:v>
                </c:pt>
                <c:pt idx="474">
                  <c:v>96</c:v>
                </c:pt>
                <c:pt idx="475">
                  <c:v>53</c:v>
                </c:pt>
                <c:pt idx="476">
                  <c:v>41</c:v>
                </c:pt>
                <c:pt idx="477">
                  <c:v>34</c:v>
                </c:pt>
                <c:pt idx="478">
                  <c:v>27</c:v>
                </c:pt>
                <c:pt idx="479">
                  <c:v>13</c:v>
                </c:pt>
                <c:pt idx="480">
                  <c:v>12</c:v>
                </c:pt>
                <c:pt idx="481">
                  <c:v>11</c:v>
                </c:pt>
                <c:pt idx="482">
                  <c:v>7</c:v>
                </c:pt>
                <c:pt idx="483">
                  <c:v>3</c:v>
                </c:pt>
                <c:pt idx="484">
                  <c:v>2</c:v>
                </c:pt>
                <c:pt idx="485">
                  <c:v>8</c:v>
                </c:pt>
                <c:pt idx="486">
                  <c:v>27</c:v>
                </c:pt>
                <c:pt idx="487">
                  <c:v>40</c:v>
                </c:pt>
                <c:pt idx="488">
                  <c:v>53</c:v>
                </c:pt>
                <c:pt idx="489">
                  <c:v>63</c:v>
                </c:pt>
                <c:pt idx="490">
                  <c:v>70</c:v>
                </c:pt>
                <c:pt idx="491">
                  <c:v>84</c:v>
                </c:pt>
                <c:pt idx="492">
                  <c:v>75</c:v>
                </c:pt>
                <c:pt idx="493">
                  <c:v>103</c:v>
                </c:pt>
                <c:pt idx="494">
                  <c:v>83</c:v>
                </c:pt>
                <c:pt idx="495">
                  <c:v>67</c:v>
                </c:pt>
                <c:pt idx="496">
                  <c:v>54</c:v>
                </c:pt>
                <c:pt idx="497">
                  <c:v>59</c:v>
                </c:pt>
                <c:pt idx="498">
                  <c:v>45</c:v>
                </c:pt>
                <c:pt idx="499">
                  <c:v>39</c:v>
                </c:pt>
                <c:pt idx="500">
                  <c:v>30</c:v>
                </c:pt>
                <c:pt idx="501">
                  <c:v>33</c:v>
                </c:pt>
                <c:pt idx="502">
                  <c:v>22</c:v>
                </c:pt>
                <c:pt idx="503">
                  <c:v>13</c:v>
                </c:pt>
                <c:pt idx="504">
                  <c:v>18</c:v>
                </c:pt>
                <c:pt idx="505">
                  <c:v>5</c:v>
                </c:pt>
                <c:pt idx="506">
                  <c:v>3</c:v>
                </c:pt>
                <c:pt idx="507">
                  <c:v>1</c:v>
                </c:pt>
                <c:pt idx="508">
                  <c:v>2</c:v>
                </c:pt>
                <c:pt idx="509">
                  <c:v>19</c:v>
                </c:pt>
                <c:pt idx="510">
                  <c:v>28</c:v>
                </c:pt>
                <c:pt idx="511">
                  <c:v>58</c:v>
                </c:pt>
                <c:pt idx="512">
                  <c:v>99</c:v>
                </c:pt>
                <c:pt idx="513">
                  <c:v>116</c:v>
                </c:pt>
                <c:pt idx="514">
                  <c:v>87</c:v>
                </c:pt>
                <c:pt idx="515">
                  <c:v>110</c:v>
                </c:pt>
                <c:pt idx="516">
                  <c:v>77</c:v>
                </c:pt>
                <c:pt idx="517">
                  <c:v>65</c:v>
                </c:pt>
                <c:pt idx="518">
                  <c:v>55</c:v>
                </c:pt>
                <c:pt idx="519">
                  <c:v>49</c:v>
                </c:pt>
                <c:pt idx="520">
                  <c:v>50</c:v>
                </c:pt>
                <c:pt idx="521">
                  <c:v>35</c:v>
                </c:pt>
                <c:pt idx="522">
                  <c:v>25</c:v>
                </c:pt>
                <c:pt idx="523">
                  <c:v>28</c:v>
                </c:pt>
                <c:pt idx="524">
                  <c:v>21</c:v>
                </c:pt>
                <c:pt idx="525">
                  <c:v>7</c:v>
                </c:pt>
                <c:pt idx="526">
                  <c:v>1</c:v>
                </c:pt>
                <c:pt idx="527">
                  <c:v>1</c:v>
                </c:pt>
                <c:pt idx="528">
                  <c:v>1</c:v>
                </c:pt>
                <c:pt idx="529">
                  <c:v>5</c:v>
                </c:pt>
                <c:pt idx="530">
                  <c:v>15</c:v>
                </c:pt>
                <c:pt idx="531">
                  <c:v>84</c:v>
                </c:pt>
                <c:pt idx="532">
                  <c:v>177</c:v>
                </c:pt>
                <c:pt idx="533">
                  <c:v>102</c:v>
                </c:pt>
                <c:pt idx="534">
                  <c:v>40</c:v>
                </c:pt>
                <c:pt idx="535">
                  <c:v>46</c:v>
                </c:pt>
                <c:pt idx="536">
                  <c:v>63</c:v>
                </c:pt>
                <c:pt idx="537">
                  <c:v>60</c:v>
                </c:pt>
                <c:pt idx="538">
                  <c:v>45</c:v>
                </c:pt>
                <c:pt idx="539">
                  <c:v>57</c:v>
                </c:pt>
                <c:pt idx="540">
                  <c:v>70</c:v>
                </c:pt>
                <c:pt idx="541">
                  <c:v>184</c:v>
                </c:pt>
                <c:pt idx="542">
                  <c:v>153</c:v>
                </c:pt>
                <c:pt idx="543">
                  <c:v>106</c:v>
                </c:pt>
                <c:pt idx="544">
                  <c:v>81</c:v>
                </c:pt>
                <c:pt idx="545">
                  <c:v>59</c:v>
                </c:pt>
                <c:pt idx="546">
                  <c:v>35</c:v>
                </c:pt>
                <c:pt idx="547">
                  <c:v>24</c:v>
                </c:pt>
                <c:pt idx="548">
                  <c:v>9</c:v>
                </c:pt>
                <c:pt idx="549">
                  <c:v>5</c:v>
                </c:pt>
                <c:pt idx="550">
                  <c:v>2</c:v>
                </c:pt>
                <c:pt idx="551">
                  <c:v>1</c:v>
                </c:pt>
                <c:pt idx="552">
                  <c:v>9</c:v>
                </c:pt>
                <c:pt idx="553">
                  <c:v>36</c:v>
                </c:pt>
                <c:pt idx="554">
                  <c:v>108</c:v>
                </c:pt>
                <c:pt idx="555">
                  <c:v>238</c:v>
                </c:pt>
                <c:pt idx="556">
                  <c:v>144</c:v>
                </c:pt>
                <c:pt idx="557">
                  <c:v>55</c:v>
                </c:pt>
                <c:pt idx="558">
                  <c:v>61</c:v>
                </c:pt>
                <c:pt idx="559">
                  <c:v>106</c:v>
                </c:pt>
                <c:pt idx="560">
                  <c:v>93</c:v>
                </c:pt>
                <c:pt idx="561">
                  <c:v>68</c:v>
                </c:pt>
                <c:pt idx="562">
                  <c:v>84</c:v>
                </c:pt>
                <c:pt idx="563">
                  <c:v>116</c:v>
                </c:pt>
                <c:pt idx="564">
                  <c:v>222</c:v>
                </c:pt>
                <c:pt idx="565">
                  <c:v>225</c:v>
                </c:pt>
                <c:pt idx="566">
                  <c:v>146</c:v>
                </c:pt>
                <c:pt idx="567">
                  <c:v>119</c:v>
                </c:pt>
                <c:pt idx="568">
                  <c:v>45</c:v>
                </c:pt>
                <c:pt idx="569">
                  <c:v>53</c:v>
                </c:pt>
                <c:pt idx="570">
                  <c:v>40</c:v>
                </c:pt>
                <c:pt idx="571">
                  <c:v>17</c:v>
                </c:pt>
                <c:pt idx="572">
                  <c:v>5</c:v>
                </c:pt>
                <c:pt idx="573">
                  <c:v>10</c:v>
                </c:pt>
                <c:pt idx="574">
                  <c:v>1</c:v>
                </c:pt>
                <c:pt idx="575">
                  <c:v>8</c:v>
                </c:pt>
                <c:pt idx="576">
                  <c:v>30</c:v>
                </c:pt>
                <c:pt idx="577">
                  <c:v>72</c:v>
                </c:pt>
                <c:pt idx="578">
                  <c:v>58</c:v>
                </c:pt>
                <c:pt idx="579">
                  <c:v>28</c:v>
                </c:pt>
                <c:pt idx="580">
                  <c:v>41</c:v>
                </c:pt>
                <c:pt idx="581">
                  <c:v>48</c:v>
                </c:pt>
                <c:pt idx="582">
                  <c:v>47</c:v>
                </c:pt>
                <c:pt idx="583">
                  <c:v>36</c:v>
                </c:pt>
                <c:pt idx="584">
                  <c:v>43</c:v>
                </c:pt>
                <c:pt idx="585">
                  <c:v>36</c:v>
                </c:pt>
                <c:pt idx="586">
                  <c:v>26</c:v>
                </c:pt>
                <c:pt idx="587">
                  <c:v>24</c:v>
                </c:pt>
                <c:pt idx="588">
                  <c:v>84</c:v>
                </c:pt>
                <c:pt idx="589">
                  <c:v>104</c:v>
                </c:pt>
                <c:pt idx="590">
                  <c:v>79</c:v>
                </c:pt>
                <c:pt idx="591">
                  <c:v>59</c:v>
                </c:pt>
                <c:pt idx="592">
                  <c:v>38</c:v>
                </c:pt>
                <c:pt idx="593">
                  <c:v>27</c:v>
                </c:pt>
                <c:pt idx="594">
                  <c:v>16</c:v>
                </c:pt>
                <c:pt idx="595">
                  <c:v>9</c:v>
                </c:pt>
                <c:pt idx="596">
                  <c:v>3</c:v>
                </c:pt>
                <c:pt idx="597">
                  <c:v>2</c:v>
                </c:pt>
                <c:pt idx="598">
                  <c:v>1</c:v>
                </c:pt>
                <c:pt idx="599">
                  <c:v>4</c:v>
                </c:pt>
                <c:pt idx="600">
                  <c:v>16</c:v>
                </c:pt>
                <c:pt idx="601">
                  <c:v>60</c:v>
                </c:pt>
                <c:pt idx="602">
                  <c:v>157</c:v>
                </c:pt>
                <c:pt idx="603">
                  <c:v>101</c:v>
                </c:pt>
                <c:pt idx="604">
                  <c:v>49</c:v>
                </c:pt>
                <c:pt idx="605">
                  <c:v>30</c:v>
                </c:pt>
                <c:pt idx="606">
                  <c:v>29</c:v>
                </c:pt>
                <c:pt idx="607">
                  <c:v>31</c:v>
                </c:pt>
                <c:pt idx="608">
                  <c:v>38</c:v>
                </c:pt>
                <c:pt idx="609">
                  <c:v>41</c:v>
                </c:pt>
                <c:pt idx="610">
                  <c:v>80</c:v>
                </c:pt>
                <c:pt idx="611">
                  <c:v>149</c:v>
                </c:pt>
                <c:pt idx="612">
                  <c:v>109</c:v>
                </c:pt>
                <c:pt idx="613">
                  <c:v>89</c:v>
                </c:pt>
                <c:pt idx="614">
                  <c:v>62</c:v>
                </c:pt>
                <c:pt idx="615">
                  <c:v>58</c:v>
                </c:pt>
                <c:pt idx="616">
                  <c:v>26</c:v>
                </c:pt>
                <c:pt idx="617">
                  <c:v>23</c:v>
                </c:pt>
                <c:pt idx="618">
                  <c:v>28</c:v>
                </c:pt>
                <c:pt idx="619">
                  <c:v>20</c:v>
                </c:pt>
                <c:pt idx="620">
                  <c:v>15</c:v>
                </c:pt>
                <c:pt idx="621">
                  <c:v>8</c:v>
                </c:pt>
                <c:pt idx="622">
                  <c:v>3</c:v>
                </c:pt>
                <c:pt idx="623">
                  <c:v>2</c:v>
                </c:pt>
                <c:pt idx="624">
                  <c:v>5</c:v>
                </c:pt>
                <c:pt idx="625">
                  <c:v>34</c:v>
                </c:pt>
                <c:pt idx="626">
                  <c:v>34</c:v>
                </c:pt>
                <c:pt idx="627">
                  <c:v>55</c:v>
                </c:pt>
                <c:pt idx="628">
                  <c:v>64</c:v>
                </c:pt>
                <c:pt idx="629">
                  <c:v>78</c:v>
                </c:pt>
                <c:pt idx="630">
                  <c:v>65</c:v>
                </c:pt>
                <c:pt idx="631">
                  <c:v>99</c:v>
                </c:pt>
                <c:pt idx="632">
                  <c:v>120</c:v>
                </c:pt>
                <c:pt idx="633">
                  <c:v>107</c:v>
                </c:pt>
                <c:pt idx="634">
                  <c:v>91</c:v>
                </c:pt>
                <c:pt idx="635">
                  <c:v>68</c:v>
                </c:pt>
                <c:pt idx="636">
                  <c:v>58</c:v>
                </c:pt>
                <c:pt idx="637">
                  <c:v>43</c:v>
                </c:pt>
                <c:pt idx="638">
                  <c:v>36</c:v>
                </c:pt>
                <c:pt idx="639">
                  <c:v>32</c:v>
                </c:pt>
                <c:pt idx="640">
                  <c:v>33</c:v>
                </c:pt>
                <c:pt idx="641">
                  <c:v>33</c:v>
                </c:pt>
                <c:pt idx="642">
                  <c:v>29</c:v>
                </c:pt>
                <c:pt idx="643">
                  <c:v>11</c:v>
                </c:pt>
                <c:pt idx="644">
                  <c:v>8</c:v>
                </c:pt>
                <c:pt idx="645">
                  <c:v>1</c:v>
                </c:pt>
                <c:pt idx="646">
                  <c:v>3</c:v>
                </c:pt>
                <c:pt idx="647">
                  <c:v>3</c:v>
                </c:pt>
                <c:pt idx="648">
                  <c:v>12</c:v>
                </c:pt>
                <c:pt idx="649">
                  <c:v>38</c:v>
                </c:pt>
                <c:pt idx="650">
                  <c:v>64</c:v>
                </c:pt>
                <c:pt idx="651">
                  <c:v>59</c:v>
                </c:pt>
                <c:pt idx="652">
                  <c:v>97</c:v>
                </c:pt>
                <c:pt idx="653">
                  <c:v>84</c:v>
                </c:pt>
                <c:pt idx="654">
                  <c:v>122</c:v>
                </c:pt>
                <c:pt idx="655">
                  <c:v>109</c:v>
                </c:pt>
                <c:pt idx="656">
                  <c:v>123</c:v>
                </c:pt>
                <c:pt idx="657">
                  <c:v>77</c:v>
                </c:pt>
                <c:pt idx="658">
                  <c:v>65</c:v>
                </c:pt>
                <c:pt idx="659">
                  <c:v>55</c:v>
                </c:pt>
                <c:pt idx="660">
                  <c:v>33</c:v>
                </c:pt>
                <c:pt idx="661">
                  <c:v>28</c:v>
                </c:pt>
                <c:pt idx="662">
                  <c:v>21</c:v>
                </c:pt>
                <c:pt idx="663">
                  <c:v>21</c:v>
                </c:pt>
                <c:pt idx="664">
                  <c:v>7</c:v>
                </c:pt>
                <c:pt idx="665">
                  <c:v>7</c:v>
                </c:pt>
                <c:pt idx="666">
                  <c:v>1</c:v>
                </c:pt>
                <c:pt idx="667">
                  <c:v>2</c:v>
                </c:pt>
                <c:pt idx="668">
                  <c:v>2</c:v>
                </c:pt>
                <c:pt idx="669">
                  <c:v>8</c:v>
                </c:pt>
                <c:pt idx="670">
                  <c:v>37</c:v>
                </c:pt>
                <c:pt idx="671">
                  <c:v>72</c:v>
                </c:pt>
                <c:pt idx="672">
                  <c:v>185</c:v>
                </c:pt>
                <c:pt idx="673">
                  <c:v>112</c:v>
                </c:pt>
                <c:pt idx="674">
                  <c:v>69</c:v>
                </c:pt>
                <c:pt idx="675">
                  <c:v>48</c:v>
                </c:pt>
                <c:pt idx="676">
                  <c:v>68</c:v>
                </c:pt>
                <c:pt idx="677">
                  <c:v>54</c:v>
                </c:pt>
                <c:pt idx="678">
                  <c:v>86</c:v>
                </c:pt>
                <c:pt idx="679">
                  <c:v>44</c:v>
                </c:pt>
                <c:pt idx="680">
                  <c:v>86</c:v>
                </c:pt>
                <c:pt idx="681">
                  <c:v>161</c:v>
                </c:pt>
                <c:pt idx="682">
                  <c:v>156</c:v>
                </c:pt>
                <c:pt idx="683">
                  <c:v>111</c:v>
                </c:pt>
                <c:pt idx="684">
                  <c:v>78</c:v>
                </c:pt>
                <c:pt idx="685">
                  <c:v>56</c:v>
                </c:pt>
                <c:pt idx="686">
                  <c:v>34</c:v>
                </c:pt>
                <c:pt idx="687">
                  <c:v>17</c:v>
                </c:pt>
                <c:pt idx="688">
                  <c:v>8</c:v>
                </c:pt>
                <c:pt idx="689">
                  <c:v>3</c:v>
                </c:pt>
                <c:pt idx="690">
                  <c:v>2</c:v>
                </c:pt>
                <c:pt idx="691">
                  <c:v>2</c:v>
                </c:pt>
                <c:pt idx="692">
                  <c:v>3</c:v>
                </c:pt>
                <c:pt idx="693">
                  <c:v>22</c:v>
                </c:pt>
                <c:pt idx="694">
                  <c:v>52</c:v>
                </c:pt>
                <c:pt idx="695">
                  <c:v>135</c:v>
                </c:pt>
                <c:pt idx="696">
                  <c:v>116</c:v>
                </c:pt>
                <c:pt idx="697">
                  <c:v>47</c:v>
                </c:pt>
                <c:pt idx="698">
                  <c:v>51</c:v>
                </c:pt>
                <c:pt idx="699">
                  <c:v>55</c:v>
                </c:pt>
                <c:pt idx="700">
                  <c:v>52</c:v>
                </c:pt>
                <c:pt idx="701">
                  <c:v>54</c:v>
                </c:pt>
                <c:pt idx="702">
                  <c:v>52</c:v>
                </c:pt>
                <c:pt idx="703">
                  <c:v>64</c:v>
                </c:pt>
                <c:pt idx="704">
                  <c:v>176</c:v>
                </c:pt>
                <c:pt idx="705">
                  <c:v>168</c:v>
                </c:pt>
                <c:pt idx="706">
                  <c:v>108</c:v>
                </c:pt>
                <c:pt idx="707">
                  <c:v>74</c:v>
                </c:pt>
                <c:pt idx="708">
                  <c:v>64</c:v>
                </c:pt>
                <c:pt idx="709">
                  <c:v>36</c:v>
                </c:pt>
                <c:pt idx="710">
                  <c:v>16</c:v>
                </c:pt>
                <c:pt idx="711">
                  <c:v>2</c:v>
                </c:pt>
                <c:pt idx="712">
                  <c:v>3</c:v>
                </c:pt>
                <c:pt idx="713">
                  <c:v>4</c:v>
                </c:pt>
                <c:pt idx="714">
                  <c:v>1</c:v>
                </c:pt>
                <c:pt idx="715">
                  <c:v>1</c:v>
                </c:pt>
                <c:pt idx="716">
                  <c:v>3</c:v>
                </c:pt>
                <c:pt idx="717">
                  <c:v>18</c:v>
                </c:pt>
                <c:pt idx="718">
                  <c:v>49</c:v>
                </c:pt>
                <c:pt idx="719">
                  <c:v>155</c:v>
                </c:pt>
                <c:pt idx="720">
                  <c:v>123</c:v>
                </c:pt>
                <c:pt idx="721">
                  <c:v>61</c:v>
                </c:pt>
                <c:pt idx="722">
                  <c:v>52</c:v>
                </c:pt>
                <c:pt idx="723">
                  <c:v>64</c:v>
                </c:pt>
                <c:pt idx="724">
                  <c:v>75</c:v>
                </c:pt>
                <c:pt idx="725">
                  <c:v>63</c:v>
                </c:pt>
                <c:pt idx="726">
                  <c:v>76</c:v>
                </c:pt>
                <c:pt idx="727">
                  <c:v>103</c:v>
                </c:pt>
                <c:pt idx="728">
                  <c:v>190</c:v>
                </c:pt>
                <c:pt idx="729">
                  <c:v>182</c:v>
                </c:pt>
                <c:pt idx="730">
                  <c:v>91</c:v>
                </c:pt>
                <c:pt idx="731">
                  <c:v>75</c:v>
                </c:pt>
                <c:pt idx="732">
                  <c:v>63</c:v>
                </c:pt>
                <c:pt idx="733">
                  <c:v>40</c:v>
                </c:pt>
                <c:pt idx="734">
                  <c:v>32</c:v>
                </c:pt>
                <c:pt idx="735">
                  <c:v>12</c:v>
                </c:pt>
                <c:pt idx="736">
                  <c:v>5</c:v>
                </c:pt>
                <c:pt idx="737">
                  <c:v>2</c:v>
                </c:pt>
                <c:pt idx="738">
                  <c:v>1</c:v>
                </c:pt>
                <c:pt idx="739">
                  <c:v>2</c:v>
                </c:pt>
                <c:pt idx="740">
                  <c:v>39</c:v>
                </c:pt>
                <c:pt idx="741">
                  <c:v>87</c:v>
                </c:pt>
                <c:pt idx="742">
                  <c:v>188</c:v>
                </c:pt>
                <c:pt idx="743">
                  <c:v>133</c:v>
                </c:pt>
                <c:pt idx="744">
                  <c:v>52</c:v>
                </c:pt>
                <c:pt idx="745">
                  <c:v>64</c:v>
                </c:pt>
                <c:pt idx="746">
                  <c:v>69</c:v>
                </c:pt>
                <c:pt idx="747">
                  <c:v>51</c:v>
                </c:pt>
                <c:pt idx="748">
                  <c:v>47</c:v>
                </c:pt>
                <c:pt idx="749">
                  <c:v>60</c:v>
                </c:pt>
                <c:pt idx="750">
                  <c:v>78</c:v>
                </c:pt>
                <c:pt idx="751">
                  <c:v>175</c:v>
                </c:pt>
                <c:pt idx="752">
                  <c:v>147</c:v>
                </c:pt>
                <c:pt idx="753">
                  <c:v>96</c:v>
                </c:pt>
                <c:pt idx="754">
                  <c:v>109</c:v>
                </c:pt>
                <c:pt idx="755">
                  <c:v>54</c:v>
                </c:pt>
                <c:pt idx="756">
                  <c:v>41</c:v>
                </c:pt>
                <c:pt idx="757">
                  <c:v>38</c:v>
                </c:pt>
                <c:pt idx="758">
                  <c:v>13</c:v>
                </c:pt>
                <c:pt idx="759">
                  <c:v>7</c:v>
                </c:pt>
                <c:pt idx="760">
                  <c:v>1</c:v>
                </c:pt>
                <c:pt idx="761">
                  <c:v>1</c:v>
                </c:pt>
                <c:pt idx="762">
                  <c:v>7</c:v>
                </c:pt>
                <c:pt idx="763">
                  <c:v>28</c:v>
                </c:pt>
                <c:pt idx="764">
                  <c:v>87</c:v>
                </c:pt>
                <c:pt idx="765">
                  <c:v>220</c:v>
                </c:pt>
                <c:pt idx="766">
                  <c:v>127</c:v>
                </c:pt>
                <c:pt idx="767">
                  <c:v>51</c:v>
                </c:pt>
                <c:pt idx="768">
                  <c:v>64</c:v>
                </c:pt>
                <c:pt idx="769">
                  <c:v>86</c:v>
                </c:pt>
                <c:pt idx="770">
                  <c:v>82</c:v>
                </c:pt>
                <c:pt idx="771">
                  <c:v>91</c:v>
                </c:pt>
                <c:pt idx="772">
                  <c:v>90</c:v>
                </c:pt>
                <c:pt idx="773">
                  <c:v>99</c:v>
                </c:pt>
                <c:pt idx="774">
                  <c:v>205</c:v>
                </c:pt>
                <c:pt idx="775">
                  <c:v>155</c:v>
                </c:pt>
                <c:pt idx="776">
                  <c:v>103</c:v>
                </c:pt>
                <c:pt idx="777">
                  <c:v>71</c:v>
                </c:pt>
                <c:pt idx="778">
                  <c:v>43</c:v>
                </c:pt>
                <c:pt idx="779">
                  <c:v>46</c:v>
                </c:pt>
                <c:pt idx="780">
                  <c:v>31</c:v>
                </c:pt>
                <c:pt idx="781">
                  <c:v>39</c:v>
                </c:pt>
                <c:pt idx="782">
                  <c:v>18</c:v>
                </c:pt>
                <c:pt idx="783">
                  <c:v>17</c:v>
                </c:pt>
                <c:pt idx="784">
                  <c:v>11</c:v>
                </c:pt>
                <c:pt idx="785">
                  <c:v>8</c:v>
                </c:pt>
                <c:pt idx="786">
                  <c:v>9</c:v>
                </c:pt>
                <c:pt idx="787">
                  <c:v>4</c:v>
                </c:pt>
                <c:pt idx="788">
                  <c:v>4</c:v>
                </c:pt>
                <c:pt idx="789">
                  <c:v>10</c:v>
                </c:pt>
                <c:pt idx="790">
                  <c:v>20</c:v>
                </c:pt>
                <c:pt idx="791">
                  <c:v>34</c:v>
                </c:pt>
                <c:pt idx="792">
                  <c:v>47</c:v>
                </c:pt>
                <c:pt idx="793">
                  <c:v>52</c:v>
                </c:pt>
                <c:pt idx="794">
                  <c:v>72</c:v>
                </c:pt>
                <c:pt idx="795">
                  <c:v>55</c:v>
                </c:pt>
                <c:pt idx="796">
                  <c:v>60</c:v>
                </c:pt>
                <c:pt idx="797">
                  <c:v>71</c:v>
                </c:pt>
                <c:pt idx="798">
                  <c:v>78</c:v>
                </c:pt>
                <c:pt idx="799">
                  <c:v>83</c:v>
                </c:pt>
                <c:pt idx="800">
                  <c:v>84</c:v>
                </c:pt>
                <c:pt idx="801">
                  <c:v>69</c:v>
                </c:pt>
                <c:pt idx="802">
                  <c:v>56</c:v>
                </c:pt>
                <c:pt idx="803">
                  <c:v>45</c:v>
                </c:pt>
                <c:pt idx="804">
                  <c:v>59</c:v>
                </c:pt>
                <c:pt idx="805">
                  <c:v>39</c:v>
                </c:pt>
                <c:pt idx="806">
                  <c:v>44</c:v>
                </c:pt>
                <c:pt idx="807">
                  <c:v>20</c:v>
                </c:pt>
                <c:pt idx="808">
                  <c:v>13</c:v>
                </c:pt>
                <c:pt idx="809">
                  <c:v>2</c:v>
                </c:pt>
                <c:pt idx="810">
                  <c:v>1</c:v>
                </c:pt>
                <c:pt idx="811">
                  <c:v>1</c:v>
                </c:pt>
                <c:pt idx="812">
                  <c:v>8</c:v>
                </c:pt>
                <c:pt idx="813">
                  <c:v>23</c:v>
                </c:pt>
                <c:pt idx="814">
                  <c:v>45</c:v>
                </c:pt>
                <c:pt idx="815">
                  <c:v>89</c:v>
                </c:pt>
                <c:pt idx="816">
                  <c:v>117</c:v>
                </c:pt>
                <c:pt idx="817">
                  <c:v>174</c:v>
                </c:pt>
                <c:pt idx="818">
                  <c:v>182</c:v>
                </c:pt>
                <c:pt idx="819">
                  <c:v>161</c:v>
                </c:pt>
                <c:pt idx="820">
                  <c:v>182</c:v>
                </c:pt>
                <c:pt idx="821">
                  <c:v>157</c:v>
                </c:pt>
                <c:pt idx="822">
                  <c:v>121</c:v>
                </c:pt>
                <c:pt idx="823">
                  <c:v>78</c:v>
                </c:pt>
                <c:pt idx="824">
                  <c:v>21</c:v>
                </c:pt>
                <c:pt idx="825">
                  <c:v>26</c:v>
                </c:pt>
                <c:pt idx="826">
                  <c:v>27</c:v>
                </c:pt>
                <c:pt idx="827">
                  <c:v>62</c:v>
                </c:pt>
                <c:pt idx="828">
                  <c:v>30</c:v>
                </c:pt>
                <c:pt idx="829">
                  <c:v>15</c:v>
                </c:pt>
                <c:pt idx="830">
                  <c:v>5</c:v>
                </c:pt>
                <c:pt idx="831">
                  <c:v>3</c:v>
                </c:pt>
                <c:pt idx="832">
                  <c:v>1</c:v>
                </c:pt>
                <c:pt idx="833">
                  <c:v>2</c:v>
                </c:pt>
                <c:pt idx="834">
                  <c:v>10</c:v>
                </c:pt>
                <c:pt idx="835">
                  <c:v>30</c:v>
                </c:pt>
                <c:pt idx="836">
                  <c:v>95</c:v>
                </c:pt>
                <c:pt idx="837">
                  <c:v>230</c:v>
                </c:pt>
                <c:pt idx="838">
                  <c:v>118</c:v>
                </c:pt>
                <c:pt idx="839">
                  <c:v>55</c:v>
                </c:pt>
                <c:pt idx="840">
                  <c:v>47</c:v>
                </c:pt>
                <c:pt idx="841">
                  <c:v>66</c:v>
                </c:pt>
                <c:pt idx="842">
                  <c:v>64</c:v>
                </c:pt>
                <c:pt idx="843">
                  <c:v>60</c:v>
                </c:pt>
                <c:pt idx="844">
                  <c:v>50</c:v>
                </c:pt>
                <c:pt idx="845">
                  <c:v>114</c:v>
                </c:pt>
                <c:pt idx="846">
                  <c:v>216</c:v>
                </c:pt>
                <c:pt idx="847">
                  <c:v>175</c:v>
                </c:pt>
                <c:pt idx="848">
                  <c:v>128</c:v>
                </c:pt>
                <c:pt idx="849">
                  <c:v>88</c:v>
                </c:pt>
                <c:pt idx="850">
                  <c:v>78</c:v>
                </c:pt>
                <c:pt idx="851">
                  <c:v>37</c:v>
                </c:pt>
                <c:pt idx="852">
                  <c:v>25</c:v>
                </c:pt>
                <c:pt idx="853">
                  <c:v>10</c:v>
                </c:pt>
                <c:pt idx="854">
                  <c:v>4</c:v>
                </c:pt>
                <c:pt idx="855">
                  <c:v>2</c:v>
                </c:pt>
                <c:pt idx="856">
                  <c:v>1</c:v>
                </c:pt>
                <c:pt idx="857">
                  <c:v>3</c:v>
                </c:pt>
                <c:pt idx="858">
                  <c:v>2</c:v>
                </c:pt>
                <c:pt idx="859">
                  <c:v>39</c:v>
                </c:pt>
                <c:pt idx="860">
                  <c:v>100</c:v>
                </c:pt>
                <c:pt idx="861">
                  <c:v>243</c:v>
                </c:pt>
                <c:pt idx="862">
                  <c:v>135</c:v>
                </c:pt>
                <c:pt idx="863">
                  <c:v>48</c:v>
                </c:pt>
                <c:pt idx="864">
                  <c:v>50</c:v>
                </c:pt>
                <c:pt idx="865">
                  <c:v>65</c:v>
                </c:pt>
                <c:pt idx="866">
                  <c:v>50</c:v>
                </c:pt>
                <c:pt idx="867">
                  <c:v>64</c:v>
                </c:pt>
                <c:pt idx="868">
                  <c:v>51</c:v>
                </c:pt>
                <c:pt idx="869">
                  <c:v>83</c:v>
                </c:pt>
                <c:pt idx="870">
                  <c:v>176</c:v>
                </c:pt>
                <c:pt idx="871">
                  <c:v>152</c:v>
                </c:pt>
                <c:pt idx="872">
                  <c:v>101</c:v>
                </c:pt>
                <c:pt idx="873">
                  <c:v>56</c:v>
                </c:pt>
                <c:pt idx="874">
                  <c:v>54</c:v>
                </c:pt>
                <c:pt idx="875">
                  <c:v>29</c:v>
                </c:pt>
                <c:pt idx="876">
                  <c:v>12</c:v>
                </c:pt>
                <c:pt idx="877">
                  <c:v>17</c:v>
                </c:pt>
                <c:pt idx="878">
                  <c:v>7</c:v>
                </c:pt>
                <c:pt idx="879">
                  <c:v>3</c:v>
                </c:pt>
                <c:pt idx="880">
                  <c:v>2</c:v>
                </c:pt>
                <c:pt idx="881">
                  <c:v>7</c:v>
                </c:pt>
                <c:pt idx="882">
                  <c:v>43</c:v>
                </c:pt>
                <c:pt idx="883">
                  <c:v>99</c:v>
                </c:pt>
                <c:pt idx="884">
                  <c:v>199</c:v>
                </c:pt>
                <c:pt idx="885">
                  <c:v>123</c:v>
                </c:pt>
                <c:pt idx="886">
                  <c:v>59</c:v>
                </c:pt>
                <c:pt idx="887">
                  <c:v>41</c:v>
                </c:pt>
                <c:pt idx="888">
                  <c:v>61</c:v>
                </c:pt>
                <c:pt idx="889">
                  <c:v>69</c:v>
                </c:pt>
                <c:pt idx="890">
                  <c:v>58</c:v>
                </c:pt>
                <c:pt idx="891">
                  <c:v>64</c:v>
                </c:pt>
                <c:pt idx="892">
                  <c:v>79</c:v>
                </c:pt>
                <c:pt idx="893">
                  <c:v>166</c:v>
                </c:pt>
                <c:pt idx="894">
                  <c:v>170</c:v>
                </c:pt>
                <c:pt idx="895">
                  <c:v>88</c:v>
                </c:pt>
                <c:pt idx="896">
                  <c:v>84</c:v>
                </c:pt>
                <c:pt idx="897">
                  <c:v>83</c:v>
                </c:pt>
                <c:pt idx="898">
                  <c:v>46</c:v>
                </c:pt>
                <c:pt idx="899">
                  <c:v>37</c:v>
                </c:pt>
                <c:pt idx="900">
                  <c:v>16</c:v>
                </c:pt>
                <c:pt idx="901">
                  <c:v>7</c:v>
                </c:pt>
                <c:pt idx="902">
                  <c:v>3</c:v>
                </c:pt>
                <c:pt idx="903">
                  <c:v>1</c:v>
                </c:pt>
                <c:pt idx="904">
                  <c:v>6</c:v>
                </c:pt>
                <c:pt idx="905">
                  <c:v>26</c:v>
                </c:pt>
                <c:pt idx="906">
                  <c:v>99</c:v>
                </c:pt>
                <c:pt idx="907">
                  <c:v>178</c:v>
                </c:pt>
                <c:pt idx="908">
                  <c:v>122</c:v>
                </c:pt>
                <c:pt idx="909">
                  <c:v>35</c:v>
                </c:pt>
                <c:pt idx="910">
                  <c:v>45</c:v>
                </c:pt>
                <c:pt idx="911">
                  <c:v>69</c:v>
                </c:pt>
                <c:pt idx="912">
                  <c:v>62</c:v>
                </c:pt>
                <c:pt idx="913">
                  <c:v>48</c:v>
                </c:pt>
                <c:pt idx="914">
                  <c:v>50</c:v>
                </c:pt>
                <c:pt idx="915">
                  <c:v>80</c:v>
                </c:pt>
                <c:pt idx="916">
                  <c:v>165</c:v>
                </c:pt>
                <c:pt idx="917">
                  <c:v>160</c:v>
                </c:pt>
                <c:pt idx="918">
                  <c:v>112</c:v>
                </c:pt>
                <c:pt idx="919">
                  <c:v>97</c:v>
                </c:pt>
                <c:pt idx="920">
                  <c:v>72</c:v>
                </c:pt>
                <c:pt idx="921">
                  <c:v>51</c:v>
                </c:pt>
                <c:pt idx="922">
                  <c:v>34</c:v>
                </c:pt>
                <c:pt idx="923">
                  <c:v>14</c:v>
                </c:pt>
                <c:pt idx="924">
                  <c:v>7</c:v>
                </c:pt>
                <c:pt idx="925">
                  <c:v>3</c:v>
                </c:pt>
                <c:pt idx="926">
                  <c:v>4</c:v>
                </c:pt>
                <c:pt idx="927">
                  <c:v>24</c:v>
                </c:pt>
                <c:pt idx="928">
                  <c:v>74</c:v>
                </c:pt>
                <c:pt idx="929">
                  <c:v>216</c:v>
                </c:pt>
                <c:pt idx="930">
                  <c:v>140</c:v>
                </c:pt>
                <c:pt idx="931">
                  <c:v>44</c:v>
                </c:pt>
                <c:pt idx="932">
                  <c:v>64</c:v>
                </c:pt>
                <c:pt idx="933">
                  <c:v>71</c:v>
                </c:pt>
                <c:pt idx="934">
                  <c:v>110</c:v>
                </c:pt>
                <c:pt idx="935">
                  <c:v>84</c:v>
                </c:pt>
                <c:pt idx="936">
                  <c:v>74</c:v>
                </c:pt>
                <c:pt idx="937">
                  <c:v>125</c:v>
                </c:pt>
                <c:pt idx="938">
                  <c:v>211</c:v>
                </c:pt>
                <c:pt idx="939">
                  <c:v>174</c:v>
                </c:pt>
                <c:pt idx="940">
                  <c:v>101</c:v>
                </c:pt>
                <c:pt idx="941">
                  <c:v>63</c:v>
                </c:pt>
                <c:pt idx="942">
                  <c:v>47</c:v>
                </c:pt>
                <c:pt idx="943">
                  <c:v>43</c:v>
                </c:pt>
                <c:pt idx="944">
                  <c:v>53</c:v>
                </c:pt>
                <c:pt idx="945">
                  <c:v>30</c:v>
                </c:pt>
                <c:pt idx="946">
                  <c:v>24</c:v>
                </c:pt>
                <c:pt idx="947">
                  <c:v>15</c:v>
                </c:pt>
                <c:pt idx="948">
                  <c:v>10</c:v>
                </c:pt>
                <c:pt idx="949">
                  <c:v>4</c:v>
                </c:pt>
                <c:pt idx="950">
                  <c:v>1</c:v>
                </c:pt>
                <c:pt idx="951">
                  <c:v>2</c:v>
                </c:pt>
                <c:pt idx="952">
                  <c:v>11</c:v>
                </c:pt>
                <c:pt idx="953">
                  <c:v>30</c:v>
                </c:pt>
                <c:pt idx="954">
                  <c:v>43</c:v>
                </c:pt>
                <c:pt idx="955">
                  <c:v>84</c:v>
                </c:pt>
                <c:pt idx="956">
                  <c:v>114</c:v>
                </c:pt>
                <c:pt idx="957">
                  <c:v>120</c:v>
                </c:pt>
                <c:pt idx="958">
                  <c:v>135</c:v>
                </c:pt>
                <c:pt idx="959">
                  <c:v>120</c:v>
                </c:pt>
                <c:pt idx="960">
                  <c:v>174</c:v>
                </c:pt>
                <c:pt idx="961">
                  <c:v>145</c:v>
                </c:pt>
                <c:pt idx="962">
                  <c:v>137</c:v>
                </c:pt>
                <c:pt idx="963">
                  <c:v>64</c:v>
                </c:pt>
                <c:pt idx="964">
                  <c:v>41</c:v>
                </c:pt>
                <c:pt idx="965">
                  <c:v>40</c:v>
                </c:pt>
                <c:pt idx="966">
                  <c:v>51</c:v>
                </c:pt>
                <c:pt idx="967">
                  <c:v>45</c:v>
                </c:pt>
                <c:pt idx="968">
                  <c:v>32</c:v>
                </c:pt>
                <c:pt idx="969">
                  <c:v>39</c:v>
                </c:pt>
                <c:pt idx="970">
                  <c:v>24</c:v>
                </c:pt>
                <c:pt idx="971">
                  <c:v>20</c:v>
                </c:pt>
                <c:pt idx="972">
                  <c:v>12</c:v>
                </c:pt>
                <c:pt idx="973">
                  <c:v>2</c:v>
                </c:pt>
                <c:pt idx="974">
                  <c:v>5</c:v>
                </c:pt>
                <c:pt idx="975">
                  <c:v>3</c:v>
                </c:pt>
                <c:pt idx="976">
                  <c:v>12</c:v>
                </c:pt>
                <c:pt idx="977">
                  <c:v>47</c:v>
                </c:pt>
                <c:pt idx="978">
                  <c:v>105</c:v>
                </c:pt>
                <c:pt idx="979">
                  <c:v>112</c:v>
                </c:pt>
                <c:pt idx="980">
                  <c:v>152</c:v>
                </c:pt>
                <c:pt idx="981">
                  <c:v>154</c:v>
                </c:pt>
                <c:pt idx="982">
                  <c:v>161</c:v>
                </c:pt>
                <c:pt idx="983">
                  <c:v>162</c:v>
                </c:pt>
                <c:pt idx="984">
                  <c:v>134</c:v>
                </c:pt>
                <c:pt idx="985">
                  <c:v>125</c:v>
                </c:pt>
                <c:pt idx="986">
                  <c:v>95</c:v>
                </c:pt>
                <c:pt idx="987">
                  <c:v>61</c:v>
                </c:pt>
                <c:pt idx="988">
                  <c:v>47</c:v>
                </c:pt>
                <c:pt idx="989">
                  <c:v>51</c:v>
                </c:pt>
                <c:pt idx="990">
                  <c:v>36</c:v>
                </c:pt>
                <c:pt idx="991">
                  <c:v>30</c:v>
                </c:pt>
                <c:pt idx="992">
                  <c:v>11</c:v>
                </c:pt>
                <c:pt idx="993">
                  <c:v>7</c:v>
                </c:pt>
                <c:pt idx="994">
                  <c:v>2</c:v>
                </c:pt>
                <c:pt idx="995">
                  <c:v>2</c:v>
                </c:pt>
                <c:pt idx="996">
                  <c:v>2</c:v>
                </c:pt>
                <c:pt idx="997">
                  <c:v>3</c:v>
                </c:pt>
                <c:pt idx="998">
                  <c:v>26</c:v>
                </c:pt>
                <c:pt idx="999">
                  <c:v>98</c:v>
                </c:pt>
              </c:numCache>
            </c:numRef>
          </c:yVal>
          <c:smooth val="0"/>
          <c:extLst>
            <c:ext xmlns:c16="http://schemas.microsoft.com/office/drawing/2014/chart" uri="{C3380CC4-5D6E-409C-BE32-E72D297353CC}">
              <c16:uniqueId val="{00000000-0F00-4305-8297-FB381765215C}"/>
            </c:ext>
          </c:extLst>
        </c:ser>
        <c:dLbls>
          <c:showLegendKey val="0"/>
          <c:showVal val="0"/>
          <c:showCatName val="0"/>
          <c:showSerName val="0"/>
          <c:showPercent val="0"/>
          <c:showBubbleSize val="0"/>
        </c:dLbls>
        <c:axId val="654289256"/>
        <c:axId val="654284336"/>
      </c:scatterChart>
      <c:valAx>
        <c:axId val="65428925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temp</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4284336"/>
        <c:crosses val="autoZero"/>
        <c:crossBetween val="midCat"/>
      </c:valAx>
      <c:valAx>
        <c:axId val="6542843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BIKE RENTALS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4289256"/>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Forecast</a:t>
            </a:r>
            <a:r>
              <a:rPr lang="en-IN" baseline="0"/>
              <a:t> of future rentals</a:t>
            </a:r>
            <a:endParaRPr lang="en-IN"/>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'Forecast sheet'!$B$1</c:f>
              <c:strCache>
                <c:ptCount val="1"/>
                <c:pt idx="0">
                  <c:v>cnt</c:v>
                </c:pt>
              </c:strCache>
            </c:strRef>
          </c:tx>
          <c:spPr>
            <a:ln w="28575" cap="rnd">
              <a:solidFill>
                <a:schemeClr val="accent1"/>
              </a:solidFill>
              <a:round/>
            </a:ln>
            <a:effectLst/>
          </c:spPr>
          <c:marker>
            <c:symbol val="none"/>
          </c:marker>
          <c:val>
            <c:numRef>
              <c:f>'Forecast sheet'!$B$2:$B$58</c:f>
              <c:numCache>
                <c:formatCode>General</c:formatCode>
                <c:ptCount val="57"/>
                <c:pt idx="0">
                  <c:v>41.041666666666664</c:v>
                </c:pt>
                <c:pt idx="1">
                  <c:v>34.826086956521742</c:v>
                </c:pt>
                <c:pt idx="2">
                  <c:v>61.31818181818182</c:v>
                </c:pt>
                <c:pt idx="3">
                  <c:v>67.913043478260875</c:v>
                </c:pt>
                <c:pt idx="4">
                  <c:v>69.565217391304344</c:v>
                </c:pt>
                <c:pt idx="5">
                  <c:v>69.826086956521735</c:v>
                </c:pt>
                <c:pt idx="6">
                  <c:v>65.652173913043484</c:v>
                </c:pt>
                <c:pt idx="7">
                  <c:v>39.958333333333336</c:v>
                </c:pt>
                <c:pt idx="8">
                  <c:v>34.25</c:v>
                </c:pt>
                <c:pt idx="9">
                  <c:v>55.041666666666664</c:v>
                </c:pt>
                <c:pt idx="10">
                  <c:v>57.409090909090907</c:v>
                </c:pt>
                <c:pt idx="11">
                  <c:v>52.81818181818182</c:v>
                </c:pt>
                <c:pt idx="12">
                  <c:v>58.583333333333336</c:v>
                </c:pt>
                <c:pt idx="13">
                  <c:v>61.782608695652172</c:v>
                </c:pt>
                <c:pt idx="14">
                  <c:v>52</c:v>
                </c:pt>
                <c:pt idx="15">
                  <c:v>50.166666666666664</c:v>
                </c:pt>
                <c:pt idx="16">
                  <c:v>41.666666666666664</c:v>
                </c:pt>
                <c:pt idx="17">
                  <c:v>56.916666666666664</c:v>
                </c:pt>
                <c:pt idx="18">
                  <c:v>71.739130434782609</c:v>
                </c:pt>
                <c:pt idx="19">
                  <c:v>80.291666666666671</c:v>
                </c:pt>
                <c:pt idx="20">
                  <c:v>64.291666666666671</c:v>
                </c:pt>
                <c:pt idx="21">
                  <c:v>42.652173913043477</c:v>
                </c:pt>
                <c:pt idx="22">
                  <c:v>42.869565217391305</c:v>
                </c:pt>
                <c:pt idx="23">
                  <c:v>61.565217391304351</c:v>
                </c:pt>
                <c:pt idx="24">
                  <c:v>86.304347826086953</c:v>
                </c:pt>
                <c:pt idx="25">
                  <c:v>31.625</c:v>
                </c:pt>
                <c:pt idx="26">
                  <c:v>53.875</c:v>
                </c:pt>
                <c:pt idx="27">
                  <c:v>50.739130434782609</c:v>
                </c:pt>
                <c:pt idx="28">
                  <c:v>47.739130434782609</c:v>
                </c:pt>
                <c:pt idx="29">
                  <c:v>47.652173913043477</c:v>
                </c:pt>
                <c:pt idx="30">
                  <c:v>62.541666666666664</c:v>
                </c:pt>
                <c:pt idx="31">
                  <c:v>59.130434782608695</c:v>
                </c:pt>
                <c:pt idx="32">
                  <c:v>63.583333333333336</c:v>
                </c:pt>
                <c:pt idx="33">
                  <c:v>67.391304347826093</c:v>
                </c:pt>
                <c:pt idx="34">
                  <c:v>74.260869565217391</c:v>
                </c:pt>
                <c:pt idx="35">
                  <c:v>41.875</c:v>
                </c:pt>
                <c:pt idx="36">
                  <c:v>67.625</c:v>
                </c:pt>
                <c:pt idx="37">
                  <c:v>71.333333333333329</c:v>
                </c:pt>
                <c:pt idx="38">
                  <c:v>63.75</c:v>
                </c:pt>
                <c:pt idx="39">
                  <c:v>69.782608695652172</c:v>
                </c:pt>
                <c:pt idx="40">
                  <c:v>66.869565217391298</c:v>
                </c:pt>
                <c:pt idx="41">
                  <c:v>79.36363636363636</c:v>
                </c:pt>
                <c:pt idx="42">
                  <c:v>61.333333333333336</c:v>
                </c:pt>
                <c:pt idx="43">
                  <c:v>69.086956521739125</c:v>
                </c:pt>
                <c:pt idx="44">
                  <c:v>18.875</c:v>
                </c:pt>
              </c:numCache>
            </c:numRef>
          </c:val>
          <c:smooth val="0"/>
          <c:extLst>
            <c:ext xmlns:c16="http://schemas.microsoft.com/office/drawing/2014/chart" uri="{C3380CC4-5D6E-409C-BE32-E72D297353CC}">
              <c16:uniqueId val="{00000000-6FA5-4F1C-9975-9D352A239154}"/>
            </c:ext>
          </c:extLst>
        </c:ser>
        <c:ser>
          <c:idx val="1"/>
          <c:order val="1"/>
          <c:tx>
            <c:strRef>
              <c:f>'Forecast sheet'!$C$1</c:f>
              <c:strCache>
                <c:ptCount val="1"/>
                <c:pt idx="0">
                  <c:v>Forecast(cnt)</c:v>
                </c:pt>
              </c:strCache>
            </c:strRef>
          </c:tx>
          <c:spPr>
            <a:ln w="25400" cap="rnd">
              <a:solidFill>
                <a:schemeClr val="accent2"/>
              </a:solidFill>
              <a:round/>
            </a:ln>
            <a:effectLst/>
          </c:spPr>
          <c:marker>
            <c:symbol val="none"/>
          </c:marker>
          <c:cat>
            <c:numRef>
              <c:f>'Forecast sheet'!$A$2:$A$58</c:f>
              <c:numCache>
                <c:formatCode>m/d/yyyy</c:formatCode>
                <c:ptCount val="57"/>
                <c:pt idx="0">
                  <c:v>40544</c:v>
                </c:pt>
                <c:pt idx="1">
                  <c:v>40545</c:v>
                </c:pt>
                <c:pt idx="2">
                  <c:v>40546</c:v>
                </c:pt>
                <c:pt idx="3">
                  <c:v>40547</c:v>
                </c:pt>
                <c:pt idx="4">
                  <c:v>40548</c:v>
                </c:pt>
                <c:pt idx="5">
                  <c:v>40549</c:v>
                </c:pt>
                <c:pt idx="6">
                  <c:v>40550</c:v>
                </c:pt>
                <c:pt idx="7">
                  <c:v>40551</c:v>
                </c:pt>
                <c:pt idx="8">
                  <c:v>40552</c:v>
                </c:pt>
                <c:pt idx="9">
                  <c:v>40553</c:v>
                </c:pt>
                <c:pt idx="10">
                  <c:v>40554</c:v>
                </c:pt>
                <c:pt idx="11">
                  <c:v>40555</c:v>
                </c:pt>
                <c:pt idx="12">
                  <c:v>40556</c:v>
                </c:pt>
                <c:pt idx="13">
                  <c:v>40557</c:v>
                </c:pt>
                <c:pt idx="14">
                  <c:v>40558</c:v>
                </c:pt>
                <c:pt idx="15">
                  <c:v>40559</c:v>
                </c:pt>
                <c:pt idx="16">
                  <c:v>40560</c:v>
                </c:pt>
                <c:pt idx="17">
                  <c:v>40561</c:v>
                </c:pt>
                <c:pt idx="18">
                  <c:v>40562</c:v>
                </c:pt>
                <c:pt idx="19">
                  <c:v>40563</c:v>
                </c:pt>
                <c:pt idx="20">
                  <c:v>40564</c:v>
                </c:pt>
                <c:pt idx="21">
                  <c:v>40565</c:v>
                </c:pt>
                <c:pt idx="22">
                  <c:v>40566</c:v>
                </c:pt>
                <c:pt idx="23">
                  <c:v>40567</c:v>
                </c:pt>
                <c:pt idx="24">
                  <c:v>40568</c:v>
                </c:pt>
                <c:pt idx="25">
                  <c:v>40569</c:v>
                </c:pt>
                <c:pt idx="26">
                  <c:v>40570</c:v>
                </c:pt>
                <c:pt idx="27">
                  <c:v>40571</c:v>
                </c:pt>
                <c:pt idx="28">
                  <c:v>40572</c:v>
                </c:pt>
                <c:pt idx="29">
                  <c:v>40573</c:v>
                </c:pt>
                <c:pt idx="30">
                  <c:v>40574</c:v>
                </c:pt>
                <c:pt idx="31">
                  <c:v>40575</c:v>
                </c:pt>
                <c:pt idx="32">
                  <c:v>40576</c:v>
                </c:pt>
                <c:pt idx="33">
                  <c:v>40577</c:v>
                </c:pt>
                <c:pt idx="34">
                  <c:v>40578</c:v>
                </c:pt>
                <c:pt idx="35">
                  <c:v>40579</c:v>
                </c:pt>
                <c:pt idx="36">
                  <c:v>40580</c:v>
                </c:pt>
                <c:pt idx="37">
                  <c:v>40581</c:v>
                </c:pt>
                <c:pt idx="38">
                  <c:v>40582</c:v>
                </c:pt>
                <c:pt idx="39">
                  <c:v>40583</c:v>
                </c:pt>
                <c:pt idx="40">
                  <c:v>40584</c:v>
                </c:pt>
                <c:pt idx="41">
                  <c:v>40585</c:v>
                </c:pt>
                <c:pt idx="42">
                  <c:v>40586</c:v>
                </c:pt>
                <c:pt idx="43">
                  <c:v>40587</c:v>
                </c:pt>
                <c:pt idx="44">
                  <c:v>40588</c:v>
                </c:pt>
                <c:pt idx="45">
                  <c:v>40589</c:v>
                </c:pt>
                <c:pt idx="46">
                  <c:v>40590</c:v>
                </c:pt>
                <c:pt idx="47">
                  <c:v>40591</c:v>
                </c:pt>
                <c:pt idx="48">
                  <c:v>40592</c:v>
                </c:pt>
                <c:pt idx="49">
                  <c:v>40593</c:v>
                </c:pt>
                <c:pt idx="50">
                  <c:v>40594</c:v>
                </c:pt>
                <c:pt idx="51">
                  <c:v>40595</c:v>
                </c:pt>
                <c:pt idx="52">
                  <c:v>40596</c:v>
                </c:pt>
                <c:pt idx="53">
                  <c:v>40597</c:v>
                </c:pt>
                <c:pt idx="54">
                  <c:v>40598</c:v>
                </c:pt>
                <c:pt idx="55">
                  <c:v>40599</c:v>
                </c:pt>
                <c:pt idx="56">
                  <c:v>40600</c:v>
                </c:pt>
              </c:numCache>
            </c:numRef>
          </c:cat>
          <c:val>
            <c:numRef>
              <c:f>'Forecast sheet'!$C$2:$C$58</c:f>
              <c:numCache>
                <c:formatCode>General</c:formatCode>
                <c:ptCount val="57"/>
                <c:pt idx="44">
                  <c:v>18.875</c:v>
                </c:pt>
                <c:pt idx="45">
                  <c:v>61.270134143024279</c:v>
                </c:pt>
                <c:pt idx="46">
                  <c:v>61.525827765725516</c:v>
                </c:pt>
                <c:pt idx="47">
                  <c:v>61.781521388426746</c:v>
                </c:pt>
                <c:pt idx="48">
                  <c:v>62.037215011127984</c:v>
                </c:pt>
                <c:pt idx="49">
                  <c:v>62.292908633829221</c:v>
                </c:pt>
                <c:pt idx="50">
                  <c:v>62.548602256530458</c:v>
                </c:pt>
                <c:pt idx="51">
                  <c:v>62.804295879231688</c:v>
                </c:pt>
                <c:pt idx="52">
                  <c:v>63.059989501932925</c:v>
                </c:pt>
                <c:pt idx="53">
                  <c:v>63.315683124634162</c:v>
                </c:pt>
                <c:pt idx="54">
                  <c:v>63.5713767473354</c:v>
                </c:pt>
                <c:pt idx="55">
                  <c:v>63.827070370036637</c:v>
                </c:pt>
                <c:pt idx="56">
                  <c:v>64.082763992737867</c:v>
                </c:pt>
              </c:numCache>
            </c:numRef>
          </c:val>
          <c:smooth val="0"/>
          <c:extLst>
            <c:ext xmlns:c16="http://schemas.microsoft.com/office/drawing/2014/chart" uri="{C3380CC4-5D6E-409C-BE32-E72D297353CC}">
              <c16:uniqueId val="{00000001-6FA5-4F1C-9975-9D352A239154}"/>
            </c:ext>
          </c:extLst>
        </c:ser>
        <c:ser>
          <c:idx val="2"/>
          <c:order val="2"/>
          <c:tx>
            <c:strRef>
              <c:f>'Forecast sheet'!$D$1</c:f>
              <c:strCache>
                <c:ptCount val="1"/>
                <c:pt idx="0">
                  <c:v>Lower Confidence Bound(cnt)</c:v>
                </c:pt>
              </c:strCache>
            </c:strRef>
          </c:tx>
          <c:spPr>
            <a:ln w="12700" cap="rnd">
              <a:solidFill>
                <a:srgbClr val="ED7D31"/>
              </a:solidFill>
              <a:prstDash val="solid"/>
              <a:round/>
            </a:ln>
            <a:effectLst/>
          </c:spPr>
          <c:marker>
            <c:symbol val="none"/>
          </c:marker>
          <c:cat>
            <c:numRef>
              <c:f>'Forecast sheet'!$A$2:$A$58</c:f>
              <c:numCache>
                <c:formatCode>m/d/yyyy</c:formatCode>
                <c:ptCount val="57"/>
                <c:pt idx="0">
                  <c:v>40544</c:v>
                </c:pt>
                <c:pt idx="1">
                  <c:v>40545</c:v>
                </c:pt>
                <c:pt idx="2">
                  <c:v>40546</c:v>
                </c:pt>
                <c:pt idx="3">
                  <c:v>40547</c:v>
                </c:pt>
                <c:pt idx="4">
                  <c:v>40548</c:v>
                </c:pt>
                <c:pt idx="5">
                  <c:v>40549</c:v>
                </c:pt>
                <c:pt idx="6">
                  <c:v>40550</c:v>
                </c:pt>
                <c:pt idx="7">
                  <c:v>40551</c:v>
                </c:pt>
                <c:pt idx="8">
                  <c:v>40552</c:v>
                </c:pt>
                <c:pt idx="9">
                  <c:v>40553</c:v>
                </c:pt>
                <c:pt idx="10">
                  <c:v>40554</c:v>
                </c:pt>
                <c:pt idx="11">
                  <c:v>40555</c:v>
                </c:pt>
                <c:pt idx="12">
                  <c:v>40556</c:v>
                </c:pt>
                <c:pt idx="13">
                  <c:v>40557</c:v>
                </c:pt>
                <c:pt idx="14">
                  <c:v>40558</c:v>
                </c:pt>
                <c:pt idx="15">
                  <c:v>40559</c:v>
                </c:pt>
                <c:pt idx="16">
                  <c:v>40560</c:v>
                </c:pt>
                <c:pt idx="17">
                  <c:v>40561</c:v>
                </c:pt>
                <c:pt idx="18">
                  <c:v>40562</c:v>
                </c:pt>
                <c:pt idx="19">
                  <c:v>40563</c:v>
                </c:pt>
                <c:pt idx="20">
                  <c:v>40564</c:v>
                </c:pt>
                <c:pt idx="21">
                  <c:v>40565</c:v>
                </c:pt>
                <c:pt idx="22">
                  <c:v>40566</c:v>
                </c:pt>
                <c:pt idx="23">
                  <c:v>40567</c:v>
                </c:pt>
                <c:pt idx="24">
                  <c:v>40568</c:v>
                </c:pt>
                <c:pt idx="25">
                  <c:v>40569</c:v>
                </c:pt>
                <c:pt idx="26">
                  <c:v>40570</c:v>
                </c:pt>
                <c:pt idx="27">
                  <c:v>40571</c:v>
                </c:pt>
                <c:pt idx="28">
                  <c:v>40572</c:v>
                </c:pt>
                <c:pt idx="29">
                  <c:v>40573</c:v>
                </c:pt>
                <c:pt idx="30">
                  <c:v>40574</c:v>
                </c:pt>
                <c:pt idx="31">
                  <c:v>40575</c:v>
                </c:pt>
                <c:pt idx="32">
                  <c:v>40576</c:v>
                </c:pt>
                <c:pt idx="33">
                  <c:v>40577</c:v>
                </c:pt>
                <c:pt idx="34">
                  <c:v>40578</c:v>
                </c:pt>
                <c:pt idx="35">
                  <c:v>40579</c:v>
                </c:pt>
                <c:pt idx="36">
                  <c:v>40580</c:v>
                </c:pt>
                <c:pt idx="37">
                  <c:v>40581</c:v>
                </c:pt>
                <c:pt idx="38">
                  <c:v>40582</c:v>
                </c:pt>
                <c:pt idx="39">
                  <c:v>40583</c:v>
                </c:pt>
                <c:pt idx="40">
                  <c:v>40584</c:v>
                </c:pt>
                <c:pt idx="41">
                  <c:v>40585</c:v>
                </c:pt>
                <c:pt idx="42">
                  <c:v>40586</c:v>
                </c:pt>
                <c:pt idx="43">
                  <c:v>40587</c:v>
                </c:pt>
                <c:pt idx="44">
                  <c:v>40588</c:v>
                </c:pt>
                <c:pt idx="45">
                  <c:v>40589</c:v>
                </c:pt>
                <c:pt idx="46">
                  <c:v>40590</c:v>
                </c:pt>
                <c:pt idx="47">
                  <c:v>40591</c:v>
                </c:pt>
                <c:pt idx="48">
                  <c:v>40592</c:v>
                </c:pt>
                <c:pt idx="49">
                  <c:v>40593</c:v>
                </c:pt>
                <c:pt idx="50">
                  <c:v>40594</c:v>
                </c:pt>
                <c:pt idx="51">
                  <c:v>40595</c:v>
                </c:pt>
                <c:pt idx="52">
                  <c:v>40596</c:v>
                </c:pt>
                <c:pt idx="53">
                  <c:v>40597</c:v>
                </c:pt>
                <c:pt idx="54">
                  <c:v>40598</c:v>
                </c:pt>
                <c:pt idx="55">
                  <c:v>40599</c:v>
                </c:pt>
                <c:pt idx="56">
                  <c:v>40600</c:v>
                </c:pt>
              </c:numCache>
            </c:numRef>
          </c:cat>
          <c:val>
            <c:numRef>
              <c:f>'Forecast sheet'!$D$2:$D$58</c:f>
              <c:numCache>
                <c:formatCode>General</c:formatCode>
                <c:ptCount val="57"/>
                <c:pt idx="44" formatCode="0.00">
                  <c:v>18.875</c:v>
                </c:pt>
                <c:pt idx="45" formatCode="0.00">
                  <c:v>31.858655883675784</c:v>
                </c:pt>
                <c:pt idx="46" formatCode="0.00">
                  <c:v>31.878109408718345</c:v>
                </c:pt>
                <c:pt idx="47" formatCode="0.00">
                  <c:v>31.895739851191895</c:v>
                </c:pt>
                <c:pt idx="48" formatCode="0.00">
                  <c:v>31.911561716718598</c:v>
                </c:pt>
                <c:pt idx="49" formatCode="0.00">
                  <c:v>31.925589377473688</c:v>
                </c:pt>
                <c:pt idx="50" formatCode="0.00">
                  <c:v>31.937837068955986</c:v>
                </c:pt>
                <c:pt idx="51" formatCode="0.00">
                  <c:v>31.948318887095059</c:v>
                </c:pt>
                <c:pt idx="52" formatCode="0.00">
                  <c:v>31.95704878567814</c:v>
                </c:pt>
                <c:pt idx="53" formatCode="0.00">
                  <c:v>31.964040574080091</c:v>
                </c:pt>
                <c:pt idx="54" formatCode="0.00">
                  <c:v>31.969307915280588</c:v>
                </c:pt>
                <c:pt idx="55" formatCode="0.00">
                  <c:v>31.972864324152855</c:v>
                </c:pt>
                <c:pt idx="56" formatCode="0.00">
                  <c:v>31.974723166009028</c:v>
                </c:pt>
              </c:numCache>
            </c:numRef>
          </c:val>
          <c:smooth val="0"/>
          <c:extLst>
            <c:ext xmlns:c16="http://schemas.microsoft.com/office/drawing/2014/chart" uri="{C3380CC4-5D6E-409C-BE32-E72D297353CC}">
              <c16:uniqueId val="{00000002-6FA5-4F1C-9975-9D352A239154}"/>
            </c:ext>
          </c:extLst>
        </c:ser>
        <c:ser>
          <c:idx val="3"/>
          <c:order val="3"/>
          <c:tx>
            <c:strRef>
              <c:f>'Forecast sheet'!$E$1</c:f>
              <c:strCache>
                <c:ptCount val="1"/>
                <c:pt idx="0">
                  <c:v>Upper Confidence Bound(cnt)</c:v>
                </c:pt>
              </c:strCache>
            </c:strRef>
          </c:tx>
          <c:spPr>
            <a:ln w="12700" cap="rnd">
              <a:solidFill>
                <a:srgbClr val="ED7D31"/>
              </a:solidFill>
              <a:prstDash val="solid"/>
              <a:round/>
            </a:ln>
            <a:effectLst/>
          </c:spPr>
          <c:marker>
            <c:symbol val="none"/>
          </c:marker>
          <c:cat>
            <c:numRef>
              <c:f>'Forecast sheet'!$A$2:$A$58</c:f>
              <c:numCache>
                <c:formatCode>m/d/yyyy</c:formatCode>
                <c:ptCount val="57"/>
                <c:pt idx="0">
                  <c:v>40544</c:v>
                </c:pt>
                <c:pt idx="1">
                  <c:v>40545</c:v>
                </c:pt>
                <c:pt idx="2">
                  <c:v>40546</c:v>
                </c:pt>
                <c:pt idx="3">
                  <c:v>40547</c:v>
                </c:pt>
                <c:pt idx="4">
                  <c:v>40548</c:v>
                </c:pt>
                <c:pt idx="5">
                  <c:v>40549</c:v>
                </c:pt>
                <c:pt idx="6">
                  <c:v>40550</c:v>
                </c:pt>
                <c:pt idx="7">
                  <c:v>40551</c:v>
                </c:pt>
                <c:pt idx="8">
                  <c:v>40552</c:v>
                </c:pt>
                <c:pt idx="9">
                  <c:v>40553</c:v>
                </c:pt>
                <c:pt idx="10">
                  <c:v>40554</c:v>
                </c:pt>
                <c:pt idx="11">
                  <c:v>40555</c:v>
                </c:pt>
                <c:pt idx="12">
                  <c:v>40556</c:v>
                </c:pt>
                <c:pt idx="13">
                  <c:v>40557</c:v>
                </c:pt>
                <c:pt idx="14">
                  <c:v>40558</c:v>
                </c:pt>
                <c:pt idx="15">
                  <c:v>40559</c:v>
                </c:pt>
                <c:pt idx="16">
                  <c:v>40560</c:v>
                </c:pt>
                <c:pt idx="17">
                  <c:v>40561</c:v>
                </c:pt>
                <c:pt idx="18">
                  <c:v>40562</c:v>
                </c:pt>
                <c:pt idx="19">
                  <c:v>40563</c:v>
                </c:pt>
                <c:pt idx="20">
                  <c:v>40564</c:v>
                </c:pt>
                <c:pt idx="21">
                  <c:v>40565</c:v>
                </c:pt>
                <c:pt idx="22">
                  <c:v>40566</c:v>
                </c:pt>
                <c:pt idx="23">
                  <c:v>40567</c:v>
                </c:pt>
                <c:pt idx="24">
                  <c:v>40568</c:v>
                </c:pt>
                <c:pt idx="25">
                  <c:v>40569</c:v>
                </c:pt>
                <c:pt idx="26">
                  <c:v>40570</c:v>
                </c:pt>
                <c:pt idx="27">
                  <c:v>40571</c:v>
                </c:pt>
                <c:pt idx="28">
                  <c:v>40572</c:v>
                </c:pt>
                <c:pt idx="29">
                  <c:v>40573</c:v>
                </c:pt>
                <c:pt idx="30">
                  <c:v>40574</c:v>
                </c:pt>
                <c:pt idx="31">
                  <c:v>40575</c:v>
                </c:pt>
                <c:pt idx="32">
                  <c:v>40576</c:v>
                </c:pt>
                <c:pt idx="33">
                  <c:v>40577</c:v>
                </c:pt>
                <c:pt idx="34">
                  <c:v>40578</c:v>
                </c:pt>
                <c:pt idx="35">
                  <c:v>40579</c:v>
                </c:pt>
                <c:pt idx="36">
                  <c:v>40580</c:v>
                </c:pt>
                <c:pt idx="37">
                  <c:v>40581</c:v>
                </c:pt>
                <c:pt idx="38">
                  <c:v>40582</c:v>
                </c:pt>
                <c:pt idx="39">
                  <c:v>40583</c:v>
                </c:pt>
                <c:pt idx="40">
                  <c:v>40584</c:v>
                </c:pt>
                <c:pt idx="41">
                  <c:v>40585</c:v>
                </c:pt>
                <c:pt idx="42">
                  <c:v>40586</c:v>
                </c:pt>
                <c:pt idx="43">
                  <c:v>40587</c:v>
                </c:pt>
                <c:pt idx="44">
                  <c:v>40588</c:v>
                </c:pt>
                <c:pt idx="45">
                  <c:v>40589</c:v>
                </c:pt>
                <c:pt idx="46">
                  <c:v>40590</c:v>
                </c:pt>
                <c:pt idx="47">
                  <c:v>40591</c:v>
                </c:pt>
                <c:pt idx="48">
                  <c:v>40592</c:v>
                </c:pt>
                <c:pt idx="49">
                  <c:v>40593</c:v>
                </c:pt>
                <c:pt idx="50">
                  <c:v>40594</c:v>
                </c:pt>
                <c:pt idx="51">
                  <c:v>40595</c:v>
                </c:pt>
                <c:pt idx="52">
                  <c:v>40596</c:v>
                </c:pt>
                <c:pt idx="53">
                  <c:v>40597</c:v>
                </c:pt>
                <c:pt idx="54">
                  <c:v>40598</c:v>
                </c:pt>
                <c:pt idx="55">
                  <c:v>40599</c:v>
                </c:pt>
                <c:pt idx="56">
                  <c:v>40600</c:v>
                </c:pt>
              </c:numCache>
            </c:numRef>
          </c:cat>
          <c:val>
            <c:numRef>
              <c:f>'Forecast sheet'!$E$2:$E$58</c:f>
              <c:numCache>
                <c:formatCode>General</c:formatCode>
                <c:ptCount val="57"/>
                <c:pt idx="44" formatCode="0.00">
                  <c:v>18.875</c:v>
                </c:pt>
                <c:pt idx="45" formatCode="0.00">
                  <c:v>90.681612402372778</c:v>
                </c:pt>
                <c:pt idx="46" formatCode="0.00">
                  <c:v>91.173546122732688</c:v>
                </c:pt>
                <c:pt idx="47" formatCode="0.00">
                  <c:v>91.667302925661602</c:v>
                </c:pt>
                <c:pt idx="48" formatCode="0.00">
                  <c:v>92.162868305537373</c:v>
                </c:pt>
                <c:pt idx="49" formatCode="0.00">
                  <c:v>92.660227890184757</c:v>
                </c:pt>
                <c:pt idx="50" formatCode="0.00">
                  <c:v>93.15936744410493</c:v>
                </c:pt>
                <c:pt idx="51" formatCode="0.00">
                  <c:v>93.660272871368321</c:v>
                </c:pt>
                <c:pt idx="52" formatCode="0.00">
                  <c:v>94.162930218187711</c:v>
                </c:pt>
                <c:pt idx="53" formatCode="0.00">
                  <c:v>94.667325675188238</c:v>
                </c:pt>
                <c:pt idx="54" formatCode="0.00">
                  <c:v>95.173445579390204</c:v>
                </c:pt>
                <c:pt idx="55" formatCode="0.00">
                  <c:v>95.681276415920422</c:v>
                </c:pt>
                <c:pt idx="56" formatCode="0.00">
                  <c:v>96.190804819466706</c:v>
                </c:pt>
              </c:numCache>
            </c:numRef>
          </c:val>
          <c:smooth val="0"/>
          <c:extLst>
            <c:ext xmlns:c16="http://schemas.microsoft.com/office/drawing/2014/chart" uri="{C3380CC4-5D6E-409C-BE32-E72D297353CC}">
              <c16:uniqueId val="{00000003-6FA5-4F1C-9975-9D352A239154}"/>
            </c:ext>
          </c:extLst>
        </c:ser>
        <c:dLbls>
          <c:showLegendKey val="0"/>
          <c:showVal val="0"/>
          <c:showCatName val="0"/>
          <c:showSerName val="0"/>
          <c:showPercent val="0"/>
          <c:showBubbleSize val="0"/>
        </c:dLbls>
        <c:smooth val="0"/>
        <c:axId val="579416000"/>
        <c:axId val="579411408"/>
      </c:lineChart>
      <c:catAx>
        <c:axId val="579416000"/>
        <c:scaling>
          <c:orientation val="minMax"/>
        </c:scaling>
        <c:delete val="0"/>
        <c:axPos val="b"/>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9411408"/>
        <c:crosses val="autoZero"/>
        <c:auto val="1"/>
        <c:lblAlgn val="ctr"/>
        <c:lblOffset val="100"/>
        <c:noMultiLvlLbl val="0"/>
      </c:catAx>
      <c:valAx>
        <c:axId val="5794114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941600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US"/>
              <a:t>KPI chart for Bike Rentals</a:t>
            </a:r>
          </a:p>
        </c:rich>
      </c:tx>
      <c:layout/>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KPI!$B$4</c:f>
              <c:strCache>
                <c:ptCount val="1"/>
                <c:pt idx="0">
                  <c:v>Value</c:v>
                </c:pt>
              </c:strCache>
            </c:strRef>
          </c:tx>
          <c:spPr>
            <a:solidFill>
              <a:schemeClr val="dk1">
                <a:tint val="885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KPI!$A$5:$A$10</c:f>
              <c:strCache>
                <c:ptCount val="6"/>
                <c:pt idx="0">
                  <c:v>Total Rentals 
</c:v>
                </c:pt>
                <c:pt idx="1">
                  <c:v>Average Rentals</c:v>
                </c:pt>
                <c:pt idx="2">
                  <c:v>Maximum Rentals </c:v>
                </c:pt>
                <c:pt idx="3">
                  <c:v>Minimum Rentals </c:v>
                </c:pt>
                <c:pt idx="4">
                  <c:v>Total Casual Users </c:v>
                </c:pt>
                <c:pt idx="5">
                  <c:v>Total Registered Users</c:v>
                </c:pt>
              </c:strCache>
            </c:strRef>
          </c:cat>
          <c:val>
            <c:numRef>
              <c:f>KPI!$B$5:$B$10</c:f>
              <c:numCache>
                <c:formatCode>General</c:formatCode>
                <c:ptCount val="6"/>
                <c:pt idx="0">
                  <c:v>58304</c:v>
                </c:pt>
                <c:pt idx="1">
                  <c:v>58.304000000000002</c:v>
                </c:pt>
                <c:pt idx="2">
                  <c:v>249</c:v>
                </c:pt>
                <c:pt idx="3">
                  <c:v>1</c:v>
                </c:pt>
                <c:pt idx="4">
                  <c:v>4921</c:v>
                </c:pt>
                <c:pt idx="5">
                  <c:v>53383</c:v>
                </c:pt>
              </c:numCache>
            </c:numRef>
          </c:val>
          <c:extLst>
            <c:ext xmlns:c16="http://schemas.microsoft.com/office/drawing/2014/chart" uri="{C3380CC4-5D6E-409C-BE32-E72D297353CC}">
              <c16:uniqueId val="{00000000-146D-47BA-B6C9-5F442213567E}"/>
            </c:ext>
          </c:extLst>
        </c:ser>
        <c:dLbls>
          <c:dLblPos val="outEnd"/>
          <c:showLegendKey val="0"/>
          <c:showVal val="1"/>
          <c:showCatName val="0"/>
          <c:showSerName val="0"/>
          <c:showPercent val="0"/>
          <c:showBubbleSize val="0"/>
        </c:dLbls>
        <c:gapWidth val="444"/>
        <c:overlap val="-90"/>
        <c:axId val="597046704"/>
        <c:axId val="598173992"/>
      </c:barChart>
      <c:catAx>
        <c:axId val="5970467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598173992"/>
        <c:crosses val="autoZero"/>
        <c:auto val="1"/>
        <c:lblAlgn val="ctr"/>
        <c:lblOffset val="100"/>
        <c:noMultiLvlLbl val="0"/>
      </c:catAx>
      <c:valAx>
        <c:axId val="598173992"/>
        <c:scaling>
          <c:orientation val="minMax"/>
        </c:scaling>
        <c:delete val="1"/>
        <c:axPos val="l"/>
        <c:numFmt formatCode="General" sourceLinked="1"/>
        <c:majorTickMark val="none"/>
        <c:minorTickMark val="none"/>
        <c:tickLblPos val="nextTo"/>
        <c:crossAx val="59704670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6">
  <a:schemeClr val="accent3"/>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6">
  <a:schemeClr val="accent3"/>
</cs:colorStyle>
</file>

<file path=ppt/charts/colors7.xml><?xml version="1.0" encoding="utf-8"?>
<cs:colorStyle xmlns:cs="http://schemas.microsoft.com/office/drawing/2012/chartStyle" xmlns:a="http://schemas.openxmlformats.org/drawingml/2006/main" meth="withinLinear" id="17">
  <a:schemeClr val="accent4"/>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55">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3/29/2026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Bike Sharing Demand Analysis</a:t>
            </a:r>
          </a:p>
        </p:txBody>
      </p:sp>
      <p:sp>
        <p:nvSpPr>
          <p:cNvPr id="3" name="Subtitle 2"/>
          <p:cNvSpPr>
            <a:spLocks noGrp="1"/>
          </p:cNvSpPr>
          <p:nvPr>
            <p:ph type="subTitle" idx="1"/>
          </p:nvPr>
        </p:nvSpPr>
        <p:spPr/>
        <p:txBody>
          <a:bodyPr>
            <a:normAutofit lnSpcReduction="10000"/>
          </a:bodyPr>
          <a:lstStyle/>
          <a:p>
            <a:r>
              <a:rPr lang="en-IN" dirty="0" smtClean="0"/>
              <a:t>Next Hikes </a:t>
            </a:r>
            <a:r>
              <a:rPr lang="en-IN" dirty="0"/>
              <a:t>IT </a:t>
            </a:r>
            <a:r>
              <a:rPr lang="en-IN" dirty="0" smtClean="0"/>
              <a:t>Solutions</a:t>
            </a:r>
          </a:p>
          <a:p>
            <a:r>
              <a:rPr lang="en-US" dirty="0" smtClean="0"/>
              <a:t>Internship Project</a:t>
            </a:r>
          </a:p>
          <a:p>
            <a:r>
              <a:rPr lang="en-US" dirty="0" err="1" smtClean="0"/>
              <a:t>Bindu</a:t>
            </a:r>
            <a:r>
              <a:rPr lang="en-US" dirty="0" smtClean="0"/>
              <a:t> Kale A</a:t>
            </a:r>
            <a:endParaRPr lang="en-IN" dirty="0"/>
          </a:p>
        </p:txBody>
      </p:sp>
    </p:spTree>
    <p:extLst>
      <p:ext uri="{BB962C8B-B14F-4D97-AF65-F5344CB8AC3E}">
        <p14:creationId xmlns:p14="http://schemas.microsoft.com/office/powerpoint/2010/main" val="621712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Project Tasks </a:t>
            </a:r>
          </a:p>
        </p:txBody>
      </p:sp>
      <p:sp>
        <p:nvSpPr>
          <p:cNvPr id="3" name="Content Placeholder 2"/>
          <p:cNvSpPr>
            <a:spLocks noGrp="1"/>
          </p:cNvSpPr>
          <p:nvPr>
            <p:ph idx="1"/>
          </p:nvPr>
        </p:nvSpPr>
        <p:spPr/>
        <p:txBody>
          <a:bodyPr/>
          <a:lstStyle/>
          <a:p>
            <a:r>
              <a:rPr lang="en-US" dirty="0"/>
              <a:t>1. Excel Foundations &amp; Data Handling </a:t>
            </a:r>
            <a:endParaRPr lang="en-US" dirty="0" smtClean="0"/>
          </a:p>
          <a:p>
            <a:r>
              <a:rPr lang="en-US" dirty="0"/>
              <a:t>2. Data Loading, Merging &amp; Cleaning </a:t>
            </a:r>
            <a:endParaRPr lang="en-US" dirty="0" smtClean="0"/>
          </a:p>
          <a:p>
            <a:r>
              <a:rPr lang="en-US" dirty="0"/>
              <a:t>3. Conditional Logic &amp; </a:t>
            </a:r>
            <a:r>
              <a:rPr lang="en-US" dirty="0" smtClean="0"/>
              <a:t>Lookup </a:t>
            </a:r>
            <a:r>
              <a:rPr lang="en-US" dirty="0"/>
              <a:t>Functions </a:t>
            </a:r>
            <a:endParaRPr lang="en-US" dirty="0" smtClean="0"/>
          </a:p>
          <a:p>
            <a:r>
              <a:rPr lang="en-IN" dirty="0"/>
              <a:t>4. Advanced Data Analysis </a:t>
            </a:r>
            <a:endParaRPr lang="en-IN" dirty="0" smtClean="0"/>
          </a:p>
          <a:p>
            <a:r>
              <a:rPr lang="en-US" dirty="0"/>
              <a:t>5. Data Visualization &amp; Business Intelligence </a:t>
            </a:r>
            <a:endParaRPr lang="en-IN" dirty="0"/>
          </a:p>
        </p:txBody>
      </p:sp>
    </p:spTree>
    <p:extLst>
      <p:ext uri="{BB962C8B-B14F-4D97-AF65-F5344CB8AC3E}">
        <p14:creationId xmlns:p14="http://schemas.microsoft.com/office/powerpoint/2010/main" val="4072195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1196" cy="1303867"/>
          </a:xfrm>
        </p:spPr>
        <p:txBody>
          <a:bodyPr/>
          <a:lstStyle/>
          <a:p>
            <a:r>
              <a:rPr lang="en-US" dirty="0" smtClean="0"/>
              <a:t>DATASET-1</a:t>
            </a:r>
            <a:endParaRPr lang="en-IN" dirty="0"/>
          </a:p>
        </p:txBody>
      </p:sp>
      <p:sp>
        <p:nvSpPr>
          <p:cNvPr id="3" name="Content Placeholder 2"/>
          <p:cNvSpPr>
            <a:spLocks noGrp="1"/>
          </p:cNvSpPr>
          <p:nvPr>
            <p:ph idx="1"/>
          </p:nvPr>
        </p:nvSpPr>
        <p:spPr>
          <a:xfrm>
            <a:off x="1295401" y="2469845"/>
            <a:ext cx="9601196" cy="3735012"/>
          </a:xfrm>
        </p:spPr>
        <p:txBody>
          <a:bodyPr>
            <a:noAutofit/>
          </a:bodyPr>
          <a:lstStyle/>
          <a:p>
            <a:r>
              <a:rPr lang="en-US" sz="2000" dirty="0" smtClean="0"/>
              <a:t>In the dataset-1, the excel sheet had columns that </a:t>
            </a:r>
            <a:r>
              <a:rPr lang="en-US" sz="2000" dirty="0"/>
              <a:t>included </a:t>
            </a:r>
            <a:r>
              <a:rPr lang="en-US" sz="2000" dirty="0" smtClean="0"/>
              <a:t>instant, </a:t>
            </a:r>
            <a:r>
              <a:rPr lang="en-US" sz="2000" dirty="0" err="1" smtClean="0"/>
              <a:t>dteday</a:t>
            </a:r>
            <a:r>
              <a:rPr lang="en-US" sz="2000" dirty="0" smtClean="0"/>
              <a:t>, season, </a:t>
            </a:r>
            <a:r>
              <a:rPr lang="en-US" sz="2000" dirty="0" err="1" smtClean="0"/>
              <a:t>yr</a:t>
            </a:r>
            <a:r>
              <a:rPr lang="en-US" sz="2000" dirty="0" smtClean="0"/>
              <a:t>, month, </a:t>
            </a:r>
            <a:r>
              <a:rPr lang="en-US" sz="2000" dirty="0" err="1" smtClean="0"/>
              <a:t>hr</a:t>
            </a:r>
            <a:r>
              <a:rPr lang="en-US" sz="2000" dirty="0" smtClean="0"/>
              <a:t>, holiday, weekday, weather sit, temp. </a:t>
            </a:r>
          </a:p>
          <a:p>
            <a:r>
              <a:rPr lang="en-US" sz="2000" dirty="0" smtClean="0"/>
              <a:t>Before analyzing, the data was cleaned, formatted and well structured. According to the data I have removed season and </a:t>
            </a:r>
            <a:r>
              <a:rPr lang="en-US" sz="2000" dirty="0" err="1" smtClean="0"/>
              <a:t>yr</a:t>
            </a:r>
            <a:r>
              <a:rPr lang="en-US" sz="2000" dirty="0" smtClean="0"/>
              <a:t> column and added Days (Sunday, Monday, Tuesday, Wednesday, Thursday, Friday, Saturday) and weather (Cloudy, Light rain, Heavy rain, Extreme weather) column </a:t>
            </a:r>
            <a:r>
              <a:rPr lang="en-US" sz="2000" dirty="0"/>
              <a:t>using ‘IF’ functions for </a:t>
            </a:r>
            <a:r>
              <a:rPr lang="en-US" sz="2000" dirty="0" smtClean="0"/>
              <a:t>the convenience to analyze the data.</a:t>
            </a:r>
          </a:p>
          <a:p>
            <a:r>
              <a:rPr lang="en-US" sz="2000" dirty="0" smtClean="0"/>
              <a:t>I have checked for missing values, wrong </a:t>
            </a:r>
            <a:r>
              <a:rPr lang="en-US" sz="2000" dirty="0"/>
              <a:t>v</a:t>
            </a:r>
            <a:r>
              <a:rPr lang="en-US" sz="2000" dirty="0" smtClean="0"/>
              <a:t>alues, removed duplicate data. There were no missing values or duplicates in the dataset-1.</a:t>
            </a:r>
          </a:p>
          <a:p>
            <a:r>
              <a:rPr lang="en-US" sz="2000" dirty="0" smtClean="0"/>
              <a:t>I have bolded the headers, </a:t>
            </a:r>
            <a:r>
              <a:rPr lang="en-US" sz="2000" dirty="0"/>
              <a:t>applied </a:t>
            </a:r>
            <a:r>
              <a:rPr lang="en-US" sz="2000" dirty="0" smtClean="0"/>
              <a:t>filters- which helps to see only the desired rows and made </a:t>
            </a:r>
            <a:r>
              <a:rPr lang="en-US" sz="2000" dirty="0"/>
              <a:t>sure columns </a:t>
            </a:r>
            <a:r>
              <a:rPr lang="en-US" sz="2000" dirty="0" smtClean="0"/>
              <a:t>have </a:t>
            </a:r>
            <a:r>
              <a:rPr lang="en-US" sz="2000" dirty="0"/>
              <a:t>correct format, have sorted the </a:t>
            </a:r>
            <a:r>
              <a:rPr lang="en-US" sz="2000" dirty="0" smtClean="0"/>
              <a:t>data, for e.g. Sorted the temp data from smallest value to largest value.</a:t>
            </a:r>
          </a:p>
          <a:p>
            <a:endParaRPr lang="en-US" sz="2000" dirty="0" smtClean="0"/>
          </a:p>
          <a:p>
            <a:endParaRPr lang="en-US" sz="2000" dirty="0"/>
          </a:p>
          <a:p>
            <a:endParaRPr lang="en-IN" sz="2000" dirty="0"/>
          </a:p>
        </p:txBody>
      </p:sp>
    </p:spTree>
    <p:extLst>
      <p:ext uri="{BB962C8B-B14F-4D97-AF65-F5344CB8AC3E}">
        <p14:creationId xmlns:p14="http://schemas.microsoft.com/office/powerpoint/2010/main" val="2771730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295401" y="859971"/>
            <a:ext cx="9601196" cy="5015897"/>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dirty="0" smtClean="0">
                <a:solidFill>
                  <a:schemeClr val="tx1"/>
                </a:solidFill>
              </a:rPr>
              <a:t>I have used basic formulas like Sum to calculate instant,  hr. Average to </a:t>
            </a:r>
            <a:r>
              <a:rPr lang="en-US" dirty="0">
                <a:solidFill>
                  <a:schemeClr val="tx1"/>
                </a:solidFill>
              </a:rPr>
              <a:t>calculate </a:t>
            </a:r>
            <a:r>
              <a:rPr lang="en-US" dirty="0" err="1" smtClean="0">
                <a:solidFill>
                  <a:schemeClr val="tx1"/>
                </a:solidFill>
              </a:rPr>
              <a:t>hr</a:t>
            </a:r>
            <a:r>
              <a:rPr lang="en-US" dirty="0" smtClean="0">
                <a:solidFill>
                  <a:schemeClr val="tx1"/>
                </a:solidFill>
              </a:rPr>
              <a:t>, weekday, </a:t>
            </a:r>
            <a:r>
              <a:rPr lang="en-US" dirty="0" err="1" smtClean="0">
                <a:solidFill>
                  <a:schemeClr val="tx1"/>
                </a:solidFill>
              </a:rPr>
              <a:t>weathersit</a:t>
            </a:r>
            <a:r>
              <a:rPr lang="en-US" dirty="0" smtClean="0">
                <a:solidFill>
                  <a:schemeClr val="tx1"/>
                </a:solidFill>
              </a:rPr>
              <a:t>, temp. Count for weekday and have used Len function for weather, which helped ensured everything was consistent. For e.g., </a:t>
            </a:r>
          </a:p>
          <a:p>
            <a:endParaRPr lang="en-US" dirty="0" smtClean="0">
              <a:solidFill>
                <a:schemeClr val="tx1"/>
              </a:solidFill>
            </a:endParaRPr>
          </a:p>
          <a:p>
            <a:r>
              <a:rPr lang="en-US" dirty="0" smtClean="0"/>
              <a:t>To highlight the important information, I have applied conditional formatting for </a:t>
            </a:r>
            <a:r>
              <a:rPr lang="en-US" dirty="0" err="1" smtClean="0"/>
              <a:t>hr</a:t>
            </a:r>
            <a:r>
              <a:rPr lang="en-US" dirty="0" smtClean="0"/>
              <a:t>, temp, </a:t>
            </a:r>
            <a:r>
              <a:rPr lang="en-US" dirty="0" err="1" smtClean="0"/>
              <a:t>weathersit</a:t>
            </a:r>
            <a:r>
              <a:rPr lang="en-US" dirty="0" smtClean="0"/>
              <a:t> using Highlight cell rules </a:t>
            </a:r>
            <a:r>
              <a:rPr lang="en-US" dirty="0"/>
              <a:t>and color </a:t>
            </a:r>
            <a:r>
              <a:rPr lang="en-US" dirty="0" smtClean="0"/>
              <a:t>scales. For e.g. temp- greater than 0.20 highlighted in red, etc.</a:t>
            </a:r>
          </a:p>
          <a:p>
            <a:r>
              <a:rPr lang="en-US" dirty="0" smtClean="0"/>
              <a:t>Once the data is cleaned and organized, I have created pivot table and pivot chart to summarize, analyze and visualize the data quickly and easily.</a:t>
            </a:r>
          </a:p>
          <a:p>
            <a:r>
              <a:rPr lang="en-US" dirty="0" smtClean="0"/>
              <a:t>The tables that were created contains variables like </a:t>
            </a:r>
            <a:r>
              <a:rPr lang="en-US" dirty="0" err="1" smtClean="0"/>
              <a:t>hr</a:t>
            </a:r>
            <a:r>
              <a:rPr lang="en-US" dirty="0" smtClean="0"/>
              <a:t> vs temp, </a:t>
            </a:r>
            <a:r>
              <a:rPr lang="en-US" dirty="0" err="1" smtClean="0"/>
              <a:t>hr</a:t>
            </a:r>
            <a:r>
              <a:rPr lang="en-US" dirty="0" smtClean="0"/>
              <a:t> vs weather, weather vs total </a:t>
            </a:r>
            <a:r>
              <a:rPr lang="en-US" dirty="0" err="1" smtClean="0"/>
              <a:t>hr</a:t>
            </a:r>
            <a:r>
              <a:rPr lang="en-US" dirty="0" smtClean="0"/>
              <a:t>, </a:t>
            </a:r>
            <a:r>
              <a:rPr lang="en-US" dirty="0" err="1" smtClean="0"/>
              <a:t>hr</a:t>
            </a:r>
            <a:r>
              <a:rPr lang="en-US" dirty="0" smtClean="0"/>
              <a:t> vs days. </a:t>
            </a:r>
          </a:p>
          <a:p>
            <a:endParaRPr lang="en-US" dirty="0" smtClean="0"/>
          </a:p>
          <a:p>
            <a:endParaRPr lang="en-IN" dirty="0"/>
          </a:p>
        </p:txBody>
      </p:sp>
      <p:graphicFrame>
        <p:nvGraphicFramePr>
          <p:cNvPr id="2" name="Table 1"/>
          <p:cNvGraphicFramePr>
            <a:graphicFrameLocks noGrp="1"/>
          </p:cNvGraphicFramePr>
          <p:nvPr>
            <p:extLst>
              <p:ext uri="{D42A27DB-BD31-4B8C-83A1-F6EECF244321}">
                <p14:modId xmlns:p14="http://schemas.microsoft.com/office/powerpoint/2010/main" val="2404093426"/>
              </p:ext>
            </p:extLst>
          </p:nvPr>
        </p:nvGraphicFramePr>
        <p:xfrm>
          <a:off x="2806377" y="1859545"/>
          <a:ext cx="1076325" cy="800100"/>
        </p:xfrm>
        <a:graphic>
          <a:graphicData uri="http://schemas.openxmlformats.org/drawingml/2006/table">
            <a:tbl>
              <a:tblPr>
                <a:tableStyleId>{5C22544A-7EE6-4342-B048-85BDC9FD1C3A}</a:tableStyleId>
              </a:tblPr>
              <a:tblGrid>
                <a:gridCol w="1076325">
                  <a:extLst>
                    <a:ext uri="{9D8B030D-6E8A-4147-A177-3AD203B41FA5}">
                      <a16:colId xmlns:a16="http://schemas.microsoft.com/office/drawing/2014/main" val="3020997339"/>
                    </a:ext>
                  </a:extLst>
                </a:gridCol>
              </a:tblGrid>
              <a:tr h="200025">
                <a:tc>
                  <a:txBody>
                    <a:bodyPr/>
                    <a:lstStyle/>
                    <a:p>
                      <a:pPr algn="l" fontAlgn="b"/>
                      <a:r>
                        <a:rPr lang="en-IN" sz="1100" u="none" strike="noStrike">
                          <a:effectLst/>
                        </a:rPr>
                        <a:t>SUM</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82719228"/>
                  </a:ext>
                </a:extLst>
              </a:tr>
              <a:tr h="200025">
                <a:tc>
                  <a:txBody>
                    <a:bodyPr/>
                    <a:lstStyle/>
                    <a:p>
                      <a:pPr algn="r" fontAlgn="b"/>
                      <a:r>
                        <a:rPr lang="en-IN" sz="1100" u="none" strike="noStrike">
                          <a:effectLst/>
                        </a:rPr>
                        <a:t>7195</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28918950"/>
                  </a:ext>
                </a:extLst>
              </a:tr>
              <a:tr h="200025">
                <a:tc>
                  <a:txBody>
                    <a:bodyPr/>
                    <a:lstStyle/>
                    <a:p>
                      <a:pPr algn="l" fontAlgn="b"/>
                      <a:r>
                        <a:rPr lang="en-IN" sz="1100" u="none" strike="noStrike">
                          <a:effectLst/>
                        </a:rPr>
                        <a:t>AVERAGE</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47255531"/>
                  </a:ext>
                </a:extLst>
              </a:tr>
              <a:tr h="200025">
                <a:tc>
                  <a:txBody>
                    <a:bodyPr/>
                    <a:lstStyle/>
                    <a:p>
                      <a:pPr algn="r" fontAlgn="b"/>
                      <a:r>
                        <a:rPr lang="en-IN" sz="1100" u="none" strike="noStrike">
                          <a:effectLst/>
                        </a:rPr>
                        <a:t>11.79508</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12902518"/>
                  </a:ext>
                </a:extLst>
              </a:tr>
            </a:tbl>
          </a:graphicData>
        </a:graphic>
      </p:graphicFrame>
    </p:spTree>
    <p:extLst>
      <p:ext uri="{BB962C8B-B14F-4D97-AF65-F5344CB8AC3E}">
        <p14:creationId xmlns:p14="http://schemas.microsoft.com/office/powerpoint/2010/main" val="885146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p:cNvGraphicFramePr>
          <p:nvPr>
            <p:extLst>
              <p:ext uri="{D42A27DB-BD31-4B8C-83A1-F6EECF244321}">
                <p14:modId xmlns:p14="http://schemas.microsoft.com/office/powerpoint/2010/main" val="161672871"/>
              </p:ext>
            </p:extLst>
          </p:nvPr>
        </p:nvGraphicFramePr>
        <p:xfrm>
          <a:off x="828235" y="1168645"/>
          <a:ext cx="4328160" cy="25336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p:cNvGraphicFramePr>
            <a:graphicFrameLocks/>
          </p:cNvGraphicFramePr>
          <p:nvPr>
            <p:extLst>
              <p:ext uri="{D42A27DB-BD31-4B8C-83A1-F6EECF244321}">
                <p14:modId xmlns:p14="http://schemas.microsoft.com/office/powerpoint/2010/main" val="1916765682"/>
              </p:ext>
            </p:extLst>
          </p:nvPr>
        </p:nvGraphicFramePr>
        <p:xfrm>
          <a:off x="5538274" y="2843286"/>
          <a:ext cx="5036820" cy="315849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47515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1196" cy="1303867"/>
          </a:xfrm>
        </p:spPr>
        <p:txBody>
          <a:bodyPr/>
          <a:lstStyle/>
          <a:p>
            <a:r>
              <a:rPr lang="en-US" dirty="0" smtClean="0"/>
              <a:t>DATASET-2</a:t>
            </a: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Similar steps were applied in the dataset-2, the excel sheet had columns that included unnamed, instant, </a:t>
            </a:r>
            <a:r>
              <a:rPr lang="en-US" dirty="0" err="1" smtClean="0"/>
              <a:t>atemp</a:t>
            </a:r>
            <a:r>
              <a:rPr lang="en-US" dirty="0" smtClean="0"/>
              <a:t>, hum, </a:t>
            </a:r>
            <a:r>
              <a:rPr lang="en-US" dirty="0" err="1" smtClean="0"/>
              <a:t>windspeed</a:t>
            </a:r>
            <a:r>
              <a:rPr lang="en-US" dirty="0" smtClean="0"/>
              <a:t>,</a:t>
            </a:r>
            <a:r>
              <a:rPr lang="en-US" dirty="0"/>
              <a:t>	</a:t>
            </a:r>
            <a:r>
              <a:rPr lang="en-US" dirty="0" smtClean="0"/>
              <a:t>casual, registered, </a:t>
            </a:r>
            <a:r>
              <a:rPr lang="en-US" dirty="0" err="1" smtClean="0"/>
              <a:t>cnt</a:t>
            </a:r>
            <a:r>
              <a:rPr lang="en-US" dirty="0" smtClean="0"/>
              <a:t>.</a:t>
            </a:r>
            <a:endParaRPr lang="en-US" dirty="0"/>
          </a:p>
          <a:p>
            <a:r>
              <a:rPr lang="en-US" dirty="0" smtClean="0"/>
              <a:t>Before analyzing, the data was cleaned, formatted and well structured. As the column ‘unnamed’ was irrelevant, I have removed it.</a:t>
            </a:r>
          </a:p>
          <a:p>
            <a:r>
              <a:rPr lang="en-US" dirty="0"/>
              <a:t>I have bolded the headers, applied filters- which helps to see only the desired rows and made sure columns </a:t>
            </a:r>
            <a:r>
              <a:rPr lang="en-US" dirty="0" smtClean="0"/>
              <a:t>have </a:t>
            </a:r>
            <a:r>
              <a:rPr lang="en-US" dirty="0"/>
              <a:t>correct </a:t>
            </a:r>
            <a:r>
              <a:rPr lang="en-US" dirty="0" smtClean="0"/>
              <a:t>format (for </a:t>
            </a:r>
            <a:r>
              <a:rPr lang="en-US" dirty="0" err="1" smtClean="0"/>
              <a:t>e.g</a:t>
            </a:r>
            <a:r>
              <a:rPr lang="en-US" dirty="0" smtClean="0"/>
              <a:t>, have increased the decimals by 4 digits in </a:t>
            </a:r>
            <a:r>
              <a:rPr lang="en-US" dirty="0" err="1" smtClean="0"/>
              <a:t>atemp</a:t>
            </a:r>
            <a:r>
              <a:rPr lang="en-US" dirty="0" smtClean="0"/>
              <a:t>) </a:t>
            </a:r>
          </a:p>
          <a:p>
            <a:r>
              <a:rPr lang="en-US" dirty="0" smtClean="0"/>
              <a:t>There were no duplicates or wrong values in the dataset-2. But there were a few missing values/ blanks in </a:t>
            </a:r>
            <a:r>
              <a:rPr lang="en-US" dirty="0" err="1" smtClean="0"/>
              <a:t>atemp</a:t>
            </a:r>
            <a:r>
              <a:rPr lang="en-US" dirty="0" smtClean="0"/>
              <a:t>. I have taken the average value of </a:t>
            </a:r>
            <a:r>
              <a:rPr lang="en-US" dirty="0" err="1" smtClean="0"/>
              <a:t>atemp</a:t>
            </a:r>
            <a:r>
              <a:rPr lang="en-US" dirty="0" smtClean="0"/>
              <a:t> column and the results has been replaced in the blank cells.</a:t>
            </a:r>
          </a:p>
          <a:p>
            <a:endParaRPr lang="en-US" dirty="0" smtClean="0"/>
          </a:p>
          <a:p>
            <a:endParaRPr lang="en-US" dirty="0"/>
          </a:p>
          <a:p>
            <a:endParaRPr lang="en-IN" dirty="0"/>
          </a:p>
        </p:txBody>
      </p:sp>
    </p:spTree>
    <p:extLst>
      <p:ext uri="{BB962C8B-B14F-4D97-AF65-F5344CB8AC3E}">
        <p14:creationId xmlns:p14="http://schemas.microsoft.com/office/powerpoint/2010/main" val="3874021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295401" y="783771"/>
            <a:ext cx="9601196" cy="5092097"/>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dirty="0" smtClean="0"/>
              <a:t>I have sorted the data, for e.g. Sorted the instant data from largest value to smallest value.</a:t>
            </a:r>
          </a:p>
          <a:p>
            <a:r>
              <a:rPr lang="en-US" dirty="0"/>
              <a:t>I have used basic formulas like Sum to calculate casual, registered, </a:t>
            </a:r>
            <a:r>
              <a:rPr lang="en-US" dirty="0" err="1"/>
              <a:t>cnt</a:t>
            </a:r>
            <a:r>
              <a:rPr lang="en-US" dirty="0"/>
              <a:t>. Average to calculate </a:t>
            </a:r>
            <a:r>
              <a:rPr lang="en-US" dirty="0" err="1"/>
              <a:t>atemp</a:t>
            </a:r>
            <a:r>
              <a:rPr lang="en-US" dirty="0"/>
              <a:t>, hum	, </a:t>
            </a:r>
            <a:r>
              <a:rPr lang="en-US" dirty="0" err="1"/>
              <a:t>windspeed</a:t>
            </a:r>
            <a:r>
              <a:rPr lang="en-US" dirty="0"/>
              <a:t>, casual, registered, </a:t>
            </a:r>
            <a:r>
              <a:rPr lang="en-US" dirty="0" err="1"/>
              <a:t>cnt</a:t>
            </a:r>
            <a:endParaRPr lang="en-US" dirty="0"/>
          </a:p>
          <a:p>
            <a:r>
              <a:rPr lang="en-US" dirty="0"/>
              <a:t>To highlight the important information, I have applied conditional formatting for </a:t>
            </a:r>
            <a:r>
              <a:rPr lang="en-US" dirty="0" err="1"/>
              <a:t>windspeed</a:t>
            </a:r>
            <a:r>
              <a:rPr lang="en-US" dirty="0"/>
              <a:t> and </a:t>
            </a:r>
            <a:r>
              <a:rPr lang="en-US" dirty="0" err="1"/>
              <a:t>cnt</a:t>
            </a:r>
            <a:r>
              <a:rPr lang="en-US" dirty="0"/>
              <a:t> using Highlight cell rules and color scales, For e.g. </a:t>
            </a:r>
            <a:r>
              <a:rPr lang="en-US" dirty="0" err="1"/>
              <a:t>cnt</a:t>
            </a:r>
            <a:r>
              <a:rPr lang="en-US" dirty="0"/>
              <a:t> greater than 150 highlighted in green, etc. </a:t>
            </a:r>
          </a:p>
          <a:p>
            <a:r>
              <a:rPr lang="en-US" dirty="0"/>
              <a:t>Once the data is cleaned and organized, I have created pivot table and pivot chart to summarize, analyze and visualize the data quickly and </a:t>
            </a:r>
            <a:r>
              <a:rPr lang="en-US" dirty="0" smtClean="0"/>
              <a:t>easily for </a:t>
            </a:r>
            <a:r>
              <a:rPr lang="en-US" dirty="0"/>
              <a:t>Dataset-2. </a:t>
            </a:r>
          </a:p>
          <a:p>
            <a:r>
              <a:rPr lang="en-US" dirty="0"/>
              <a:t>The tables that were created contains variables like </a:t>
            </a:r>
            <a:r>
              <a:rPr lang="en-US" dirty="0" err="1" smtClean="0"/>
              <a:t>atemp</a:t>
            </a:r>
            <a:r>
              <a:rPr lang="en-US" dirty="0" smtClean="0"/>
              <a:t> vs </a:t>
            </a:r>
            <a:r>
              <a:rPr lang="en-US" dirty="0" err="1" smtClean="0"/>
              <a:t>renatls</a:t>
            </a:r>
            <a:r>
              <a:rPr lang="en-US" dirty="0" smtClean="0"/>
              <a:t>, hum </a:t>
            </a:r>
            <a:r>
              <a:rPr lang="en-US" dirty="0"/>
              <a:t>vs </a:t>
            </a:r>
            <a:r>
              <a:rPr lang="en-US" dirty="0" smtClean="0"/>
              <a:t>rentals, </a:t>
            </a:r>
            <a:r>
              <a:rPr lang="en-US" dirty="0" err="1" smtClean="0"/>
              <a:t>windspeed</a:t>
            </a:r>
            <a:r>
              <a:rPr lang="en-US" dirty="0" smtClean="0"/>
              <a:t> </a:t>
            </a:r>
            <a:r>
              <a:rPr lang="en-US" dirty="0"/>
              <a:t>vs </a:t>
            </a:r>
            <a:r>
              <a:rPr lang="en-US" dirty="0" smtClean="0"/>
              <a:t>casual users. </a:t>
            </a:r>
            <a:endParaRPr lang="en-US" dirty="0"/>
          </a:p>
          <a:p>
            <a:endParaRPr lang="en-US" dirty="0" smtClean="0"/>
          </a:p>
          <a:p>
            <a:endParaRPr lang="en-US" dirty="0" smtClean="0"/>
          </a:p>
          <a:p>
            <a:endParaRPr lang="en-US" dirty="0" smtClean="0"/>
          </a:p>
          <a:p>
            <a:endParaRPr lang="en-IN" dirty="0"/>
          </a:p>
        </p:txBody>
      </p:sp>
    </p:spTree>
    <p:extLst>
      <p:ext uri="{BB962C8B-B14F-4D97-AF65-F5344CB8AC3E}">
        <p14:creationId xmlns:p14="http://schemas.microsoft.com/office/powerpoint/2010/main" val="2870627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p:cNvGraphicFramePr>
          <p:nvPr>
            <p:extLst>
              <p:ext uri="{D42A27DB-BD31-4B8C-83A1-F6EECF244321}">
                <p14:modId xmlns:p14="http://schemas.microsoft.com/office/powerpoint/2010/main" val="1814782604"/>
              </p:ext>
            </p:extLst>
          </p:nvPr>
        </p:nvGraphicFramePr>
        <p:xfrm>
          <a:off x="792480" y="844208"/>
          <a:ext cx="4892040" cy="283083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p:cNvGraphicFramePr>
            <a:graphicFrameLocks/>
          </p:cNvGraphicFramePr>
          <p:nvPr>
            <p:extLst>
              <p:ext uri="{D42A27DB-BD31-4B8C-83A1-F6EECF244321}">
                <p14:modId xmlns:p14="http://schemas.microsoft.com/office/powerpoint/2010/main" val="2071515968"/>
              </p:ext>
            </p:extLst>
          </p:nvPr>
        </p:nvGraphicFramePr>
        <p:xfrm>
          <a:off x="5788269" y="2778369"/>
          <a:ext cx="4876800" cy="29014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26614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1196" cy="1303867"/>
          </a:xfrm>
        </p:spPr>
        <p:txBody>
          <a:bodyPr/>
          <a:lstStyle/>
          <a:p>
            <a:r>
              <a:rPr lang="en-US" dirty="0" smtClean="0"/>
              <a:t>DATASET-3</a:t>
            </a:r>
            <a:endParaRPr lang="en-IN" dirty="0"/>
          </a:p>
        </p:txBody>
      </p:sp>
      <p:sp>
        <p:nvSpPr>
          <p:cNvPr id="3" name="Content Placeholder 2"/>
          <p:cNvSpPr>
            <a:spLocks noGrp="1"/>
          </p:cNvSpPr>
          <p:nvPr>
            <p:ph idx="1"/>
          </p:nvPr>
        </p:nvSpPr>
        <p:spPr>
          <a:xfrm>
            <a:off x="1295401" y="2469845"/>
            <a:ext cx="9601196" cy="3735012"/>
          </a:xfrm>
        </p:spPr>
        <p:txBody>
          <a:bodyPr>
            <a:noAutofit/>
          </a:bodyPr>
          <a:lstStyle/>
          <a:p>
            <a:r>
              <a:rPr lang="en-US" sz="2000" dirty="0" smtClean="0"/>
              <a:t>In the dataset-3, the excel sheet had all the columns that were present in dataset-1 and dataset-2. </a:t>
            </a:r>
          </a:p>
          <a:p>
            <a:r>
              <a:rPr lang="en-US" sz="2000" dirty="0" smtClean="0"/>
              <a:t>And accordingly I have formatted, cleaned and organized the columns in dataset-3.</a:t>
            </a:r>
          </a:p>
          <a:p>
            <a:r>
              <a:rPr lang="en-US" sz="2000" dirty="0" smtClean="0"/>
              <a:t>I have checked for missing values, wrong </a:t>
            </a:r>
            <a:r>
              <a:rPr lang="en-US" sz="2000" dirty="0"/>
              <a:t>v</a:t>
            </a:r>
            <a:r>
              <a:rPr lang="en-US" sz="2000" dirty="0" smtClean="0"/>
              <a:t>alues, removed duplicate data, have bolded the headers, </a:t>
            </a:r>
            <a:r>
              <a:rPr lang="en-US" sz="2000" dirty="0"/>
              <a:t>applied </a:t>
            </a:r>
            <a:r>
              <a:rPr lang="en-US" sz="2000" dirty="0" smtClean="0"/>
              <a:t>filters- which helps to see only the desired rows and made </a:t>
            </a:r>
            <a:r>
              <a:rPr lang="en-US" sz="2000" dirty="0"/>
              <a:t>sure columns </a:t>
            </a:r>
            <a:r>
              <a:rPr lang="en-US" sz="2000" dirty="0" smtClean="0"/>
              <a:t>have </a:t>
            </a:r>
            <a:r>
              <a:rPr lang="en-US" sz="2000" dirty="0"/>
              <a:t>correct format, have sorted the </a:t>
            </a:r>
            <a:r>
              <a:rPr lang="en-US" sz="2000" dirty="0" smtClean="0"/>
              <a:t>data.</a:t>
            </a:r>
          </a:p>
          <a:p>
            <a:r>
              <a:rPr lang="en-US" sz="2000" dirty="0" smtClean="0"/>
              <a:t>Basic formulas like Sum, Average, Count and text functions are also applied in dataset-3 to the same columns in dataset-1 and dataset-2.</a:t>
            </a:r>
          </a:p>
          <a:p>
            <a:endParaRPr lang="en-US" sz="2000" dirty="0" smtClean="0"/>
          </a:p>
          <a:p>
            <a:endParaRPr lang="en-US" sz="2000" dirty="0"/>
          </a:p>
          <a:p>
            <a:endParaRPr lang="en-IN" sz="2000" dirty="0"/>
          </a:p>
        </p:txBody>
      </p:sp>
    </p:spTree>
    <p:extLst>
      <p:ext uri="{BB962C8B-B14F-4D97-AF65-F5344CB8AC3E}">
        <p14:creationId xmlns:p14="http://schemas.microsoft.com/office/powerpoint/2010/main" val="151814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295401" y="783771"/>
            <a:ext cx="9601196" cy="5092097"/>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dirty="0" smtClean="0"/>
              <a:t>Have highlighted </a:t>
            </a:r>
            <a:r>
              <a:rPr lang="en-US" dirty="0"/>
              <a:t>the important information, </a:t>
            </a:r>
            <a:r>
              <a:rPr lang="en-US" dirty="0" smtClean="0"/>
              <a:t>correspondingly to dataset-1 and dataset-2 and </a:t>
            </a:r>
            <a:r>
              <a:rPr lang="en-US" dirty="0"/>
              <a:t>have applied conditional formatting </a:t>
            </a:r>
            <a:r>
              <a:rPr lang="en-US" dirty="0" smtClean="0"/>
              <a:t>as well.</a:t>
            </a:r>
            <a:endParaRPr lang="en-US" dirty="0"/>
          </a:p>
          <a:p>
            <a:r>
              <a:rPr lang="en-US" dirty="0"/>
              <a:t>Once the data is cleaned and organized, I have created pivot table and pivot chart to summarize, analyze and visualize the data quickly and easily. </a:t>
            </a:r>
            <a:endParaRPr lang="en-US" dirty="0" smtClean="0"/>
          </a:p>
          <a:p>
            <a:r>
              <a:rPr lang="en-US" dirty="0" smtClean="0"/>
              <a:t>The </a:t>
            </a:r>
            <a:r>
              <a:rPr lang="en-US" dirty="0"/>
              <a:t>tables that were created contains variables like </a:t>
            </a:r>
            <a:r>
              <a:rPr lang="en-US" dirty="0" err="1" smtClean="0"/>
              <a:t>hr</a:t>
            </a:r>
            <a:r>
              <a:rPr lang="en-US" dirty="0" smtClean="0"/>
              <a:t> vs </a:t>
            </a:r>
            <a:r>
              <a:rPr lang="en-US" dirty="0" err="1" smtClean="0"/>
              <a:t>cnt</a:t>
            </a:r>
            <a:r>
              <a:rPr lang="en-US" dirty="0" smtClean="0"/>
              <a:t>, weather </a:t>
            </a:r>
            <a:r>
              <a:rPr lang="en-US" dirty="0"/>
              <a:t>vs </a:t>
            </a:r>
            <a:r>
              <a:rPr lang="en-US" dirty="0" err="1" smtClean="0"/>
              <a:t>cnt</a:t>
            </a:r>
            <a:r>
              <a:rPr lang="en-US" dirty="0" smtClean="0"/>
              <a:t>, registered users vs days. </a:t>
            </a:r>
            <a:endParaRPr lang="en-US" dirty="0"/>
          </a:p>
          <a:p>
            <a:endParaRPr lang="en-US" dirty="0" smtClean="0"/>
          </a:p>
          <a:p>
            <a:endParaRPr lang="en-US" dirty="0" smtClean="0"/>
          </a:p>
          <a:p>
            <a:endParaRPr lang="en-US" dirty="0" smtClean="0"/>
          </a:p>
          <a:p>
            <a:endParaRPr lang="en-IN" dirty="0"/>
          </a:p>
        </p:txBody>
      </p:sp>
    </p:spTree>
    <p:extLst>
      <p:ext uri="{BB962C8B-B14F-4D97-AF65-F5344CB8AC3E}">
        <p14:creationId xmlns:p14="http://schemas.microsoft.com/office/powerpoint/2010/main" val="398999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p:cNvGraphicFramePr>
          <p:nvPr>
            <p:extLst>
              <p:ext uri="{D42A27DB-BD31-4B8C-83A1-F6EECF244321}">
                <p14:modId xmlns:p14="http://schemas.microsoft.com/office/powerpoint/2010/main" val="2526418740"/>
              </p:ext>
            </p:extLst>
          </p:nvPr>
        </p:nvGraphicFramePr>
        <p:xfrm>
          <a:off x="908539" y="835269"/>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p:cNvGraphicFramePr>
            <a:graphicFrameLocks/>
          </p:cNvGraphicFramePr>
          <p:nvPr>
            <p:extLst>
              <p:ext uri="{D42A27DB-BD31-4B8C-83A1-F6EECF244321}">
                <p14:modId xmlns:p14="http://schemas.microsoft.com/office/powerpoint/2010/main" val="3485222546"/>
              </p:ext>
            </p:extLst>
          </p:nvPr>
        </p:nvGraphicFramePr>
        <p:xfrm>
          <a:off x="6324600" y="3156438"/>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75471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1196" cy="1303867"/>
          </a:xfrm>
        </p:spPr>
        <p:txBody>
          <a:bodyPr/>
          <a:lstStyle/>
          <a:p>
            <a:r>
              <a:rPr lang="en-US" dirty="0" smtClean="0"/>
              <a:t>DATASET-A</a:t>
            </a:r>
            <a:endParaRPr lang="en-IN" dirty="0"/>
          </a:p>
        </p:txBody>
      </p:sp>
      <p:sp>
        <p:nvSpPr>
          <p:cNvPr id="3" name="Content Placeholder 2"/>
          <p:cNvSpPr>
            <a:spLocks noGrp="1"/>
          </p:cNvSpPr>
          <p:nvPr>
            <p:ph idx="1"/>
          </p:nvPr>
        </p:nvSpPr>
        <p:spPr>
          <a:xfrm>
            <a:off x="1295401" y="2469845"/>
            <a:ext cx="9601196" cy="3735012"/>
          </a:xfrm>
        </p:spPr>
        <p:txBody>
          <a:bodyPr>
            <a:noAutofit/>
          </a:bodyPr>
          <a:lstStyle/>
          <a:p>
            <a:r>
              <a:rPr lang="en-US" sz="2000" dirty="0" smtClean="0"/>
              <a:t>Dataset A is the merged version of Dataset-1 and Dataset- 2, I have imported all the columns from Dataset-1 and Dataset-2 to create a new sheet and named it Dataset-A.</a:t>
            </a:r>
          </a:p>
          <a:p>
            <a:r>
              <a:rPr lang="en-US" sz="2000" dirty="0" smtClean="0"/>
              <a:t>It was necessary to combine the data to get the complete description of the bike rentals records from both the data sheet. </a:t>
            </a:r>
          </a:p>
          <a:p>
            <a:r>
              <a:rPr lang="en-US" sz="2000" dirty="0" smtClean="0"/>
              <a:t>I have used VLOOKUP formula to bring the columns with common keywords like instant, </a:t>
            </a:r>
            <a:r>
              <a:rPr lang="en-US" sz="2000" dirty="0" err="1" smtClean="0"/>
              <a:t>hr</a:t>
            </a:r>
            <a:r>
              <a:rPr lang="en-US" sz="2000" dirty="0" smtClean="0"/>
              <a:t>, </a:t>
            </a:r>
            <a:r>
              <a:rPr lang="en-US" sz="2000" dirty="0" err="1" smtClean="0"/>
              <a:t>dteday</a:t>
            </a:r>
            <a:r>
              <a:rPr lang="en-US" sz="2000" dirty="0" smtClean="0"/>
              <a:t>, month of Dataset-2 together with Dataset-1 which were copied to a new excel sheet and merged with them. </a:t>
            </a:r>
          </a:p>
          <a:p>
            <a:r>
              <a:rPr lang="en-US" sz="2000" dirty="0" smtClean="0"/>
              <a:t>In Dataset-A, we have columns </a:t>
            </a:r>
            <a:r>
              <a:rPr lang="en-US" sz="2000" dirty="0"/>
              <a:t>like- </a:t>
            </a:r>
            <a:r>
              <a:rPr lang="en-US" sz="2000" dirty="0" smtClean="0"/>
              <a:t>instant, </a:t>
            </a:r>
            <a:r>
              <a:rPr lang="en-US" sz="2000" dirty="0" err="1" smtClean="0"/>
              <a:t>dteday</a:t>
            </a:r>
            <a:r>
              <a:rPr lang="en-US" sz="2000" dirty="0" smtClean="0"/>
              <a:t>, month, </a:t>
            </a:r>
            <a:r>
              <a:rPr lang="en-US" sz="2000" dirty="0" err="1" smtClean="0"/>
              <a:t>hr</a:t>
            </a:r>
            <a:r>
              <a:rPr lang="en-US" sz="2000" dirty="0" smtClean="0"/>
              <a:t>, holiday, weekday, Days, </a:t>
            </a:r>
            <a:r>
              <a:rPr lang="en-US" sz="2000" dirty="0" err="1" smtClean="0"/>
              <a:t>weathersit</a:t>
            </a:r>
            <a:r>
              <a:rPr lang="en-US" sz="2000" dirty="0" smtClean="0"/>
              <a:t>, Weather,</a:t>
            </a:r>
            <a:r>
              <a:rPr lang="en-US" sz="2000" dirty="0"/>
              <a:t>	</a:t>
            </a:r>
            <a:r>
              <a:rPr lang="en-US" sz="2000" dirty="0" smtClean="0"/>
              <a:t>temp, </a:t>
            </a:r>
            <a:r>
              <a:rPr lang="en-US" sz="2000" dirty="0" err="1" smtClean="0"/>
              <a:t>atemp</a:t>
            </a:r>
            <a:r>
              <a:rPr lang="en-US" sz="2000" dirty="0" smtClean="0"/>
              <a:t>, hum, </a:t>
            </a:r>
            <a:r>
              <a:rPr lang="en-US" sz="2000" dirty="0" err="1" smtClean="0"/>
              <a:t>windspeed</a:t>
            </a:r>
            <a:r>
              <a:rPr lang="en-US" sz="2000" dirty="0" smtClean="0"/>
              <a:t>, casual, registered, </a:t>
            </a:r>
            <a:r>
              <a:rPr lang="en-US" sz="2000" dirty="0" err="1" smtClean="0"/>
              <a:t>cnt</a:t>
            </a:r>
            <a:r>
              <a:rPr lang="en-US" sz="2000" dirty="0" smtClean="0"/>
              <a:t>. </a:t>
            </a:r>
            <a:r>
              <a:rPr lang="en-US" sz="2000" dirty="0"/>
              <a:t>By merging them, I got all the details in one row.</a:t>
            </a:r>
            <a:endParaRPr lang="en-US" sz="2000" dirty="0" smtClean="0"/>
          </a:p>
          <a:p>
            <a:pPr marL="0" indent="0">
              <a:buNone/>
            </a:pPr>
            <a:endParaRPr lang="en-US" sz="2000" dirty="0" smtClean="0"/>
          </a:p>
          <a:p>
            <a:endParaRPr lang="en-US" sz="2000" dirty="0"/>
          </a:p>
          <a:p>
            <a:endParaRPr lang="en-IN" sz="2000" dirty="0"/>
          </a:p>
        </p:txBody>
      </p:sp>
    </p:spTree>
    <p:extLst>
      <p:ext uri="{BB962C8B-B14F-4D97-AF65-F5344CB8AC3E}">
        <p14:creationId xmlns:p14="http://schemas.microsoft.com/office/powerpoint/2010/main" val="262305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295401" y="783771"/>
            <a:ext cx="9601196" cy="5092097"/>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dirty="0"/>
              <a:t>And accordingly I have formatted, cleaned and organized the columns in dataset-A, similar to Dataset-1 and Dataset-2.</a:t>
            </a:r>
          </a:p>
          <a:p>
            <a:r>
              <a:rPr lang="en-US" dirty="0" smtClean="0"/>
              <a:t>I </a:t>
            </a:r>
            <a:r>
              <a:rPr lang="en-US" dirty="0"/>
              <a:t>have checked for missing values, wrong values, </a:t>
            </a:r>
            <a:r>
              <a:rPr lang="en-US" dirty="0" smtClean="0"/>
              <a:t>and </a:t>
            </a:r>
            <a:r>
              <a:rPr lang="en-US" dirty="0"/>
              <a:t>duplicate </a:t>
            </a:r>
            <a:r>
              <a:rPr lang="en-US" dirty="0" smtClean="0"/>
              <a:t>data or inconsistent data. Have </a:t>
            </a:r>
            <a:r>
              <a:rPr lang="en-US" dirty="0"/>
              <a:t>bolded the headers, applied </a:t>
            </a:r>
            <a:r>
              <a:rPr lang="en-US" dirty="0" smtClean="0"/>
              <a:t>filters and </a:t>
            </a:r>
            <a:r>
              <a:rPr lang="en-US" dirty="0"/>
              <a:t>made sure columns have correct </a:t>
            </a:r>
            <a:r>
              <a:rPr lang="en-US" dirty="0" smtClean="0"/>
              <a:t>format</a:t>
            </a:r>
            <a:r>
              <a:rPr lang="en-US" dirty="0"/>
              <a:t> </a:t>
            </a:r>
            <a:r>
              <a:rPr lang="en-US" dirty="0" smtClean="0"/>
              <a:t>as the original datasets.</a:t>
            </a:r>
          </a:p>
          <a:p>
            <a:r>
              <a:rPr lang="en-US" dirty="0" smtClean="0"/>
              <a:t>I have also crosschecked the sum of </a:t>
            </a:r>
            <a:r>
              <a:rPr lang="en-US" dirty="0" err="1" smtClean="0"/>
              <a:t>cnt</a:t>
            </a:r>
            <a:r>
              <a:rPr lang="en-US" dirty="0" smtClean="0"/>
              <a:t> using the SUM formula, if it matched the sum from dataset-2.</a:t>
            </a:r>
          </a:p>
          <a:p>
            <a:r>
              <a:rPr lang="en-US" dirty="0" smtClean="0"/>
              <a:t>Once </a:t>
            </a:r>
            <a:r>
              <a:rPr lang="en-US" dirty="0"/>
              <a:t>the data is cleaned and organized, I have created pivot table and pivot chart to summarize, analyze and visualize the data quickly and easily. </a:t>
            </a:r>
            <a:endParaRPr lang="en-US" dirty="0" smtClean="0"/>
          </a:p>
          <a:p>
            <a:r>
              <a:rPr lang="en-US" dirty="0" smtClean="0"/>
              <a:t>The </a:t>
            </a:r>
            <a:r>
              <a:rPr lang="en-US" dirty="0"/>
              <a:t>tables that were created contains variables like </a:t>
            </a:r>
            <a:r>
              <a:rPr lang="en-US" dirty="0" err="1" smtClean="0"/>
              <a:t>windspeed</a:t>
            </a:r>
            <a:r>
              <a:rPr lang="en-US" dirty="0" smtClean="0"/>
              <a:t> vs rentals </a:t>
            </a:r>
            <a:r>
              <a:rPr lang="en-US" dirty="0" err="1" smtClean="0"/>
              <a:t>atemp</a:t>
            </a:r>
            <a:r>
              <a:rPr lang="en-US" dirty="0" smtClean="0"/>
              <a:t> vs temp. </a:t>
            </a:r>
            <a:endParaRPr lang="en-US" dirty="0"/>
          </a:p>
          <a:p>
            <a:endParaRPr lang="en-US" dirty="0" smtClean="0"/>
          </a:p>
          <a:p>
            <a:endParaRPr lang="en-US" dirty="0" smtClean="0"/>
          </a:p>
          <a:p>
            <a:endParaRPr lang="en-US" dirty="0" smtClean="0"/>
          </a:p>
          <a:p>
            <a:endParaRPr lang="en-IN" dirty="0"/>
          </a:p>
        </p:txBody>
      </p:sp>
    </p:spTree>
    <p:extLst>
      <p:ext uri="{BB962C8B-B14F-4D97-AF65-F5344CB8AC3E}">
        <p14:creationId xmlns:p14="http://schemas.microsoft.com/office/powerpoint/2010/main" val="2961980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1196" cy="1303867"/>
          </a:xfrm>
        </p:spPr>
        <p:txBody>
          <a:bodyPr/>
          <a:lstStyle/>
          <a:p>
            <a:r>
              <a:rPr lang="en-US" dirty="0" smtClean="0"/>
              <a:t>DATASET-FINAL</a:t>
            </a:r>
            <a:endParaRPr lang="en-IN" dirty="0"/>
          </a:p>
        </p:txBody>
      </p:sp>
      <p:sp>
        <p:nvSpPr>
          <p:cNvPr id="3" name="Content Placeholder 2"/>
          <p:cNvSpPr>
            <a:spLocks noGrp="1"/>
          </p:cNvSpPr>
          <p:nvPr>
            <p:ph idx="1"/>
          </p:nvPr>
        </p:nvSpPr>
        <p:spPr>
          <a:xfrm>
            <a:off x="1295401" y="2469845"/>
            <a:ext cx="9601196" cy="3735012"/>
          </a:xfrm>
        </p:spPr>
        <p:txBody>
          <a:bodyPr>
            <a:noAutofit/>
          </a:bodyPr>
          <a:lstStyle/>
          <a:p>
            <a:r>
              <a:rPr lang="en-US" sz="2000" dirty="0" smtClean="0"/>
              <a:t>After merging Dataset-1 and Dataset-2 to create Dataset-A, Dataset- FINAL was created by merging Dataset-A and Dataset-3. Dataset-Final had all the relevant data from separate datasets, i.e., Dataset-1, Dataset-2, Dataset-3, containing different variables and extra rows.</a:t>
            </a:r>
          </a:p>
          <a:p>
            <a:r>
              <a:rPr lang="en-US" sz="2000" dirty="0" smtClean="0"/>
              <a:t>By merging these data, </a:t>
            </a:r>
            <a:r>
              <a:rPr lang="en-US" sz="2000" dirty="0"/>
              <a:t>I</a:t>
            </a:r>
            <a:r>
              <a:rPr lang="en-US" sz="2000" dirty="0" smtClean="0"/>
              <a:t> got the complete information of the bike rentals records from all the data sheet which helped to perform statistical analysis, identify patterns and trends and to maintain consistent and accurate data.</a:t>
            </a:r>
          </a:p>
          <a:p>
            <a:r>
              <a:rPr lang="en-US" sz="2000" dirty="0" smtClean="0"/>
              <a:t>In Dataset-FINAL, along with the columns </a:t>
            </a:r>
            <a:r>
              <a:rPr lang="en-US" sz="2000" dirty="0"/>
              <a:t>like- </a:t>
            </a:r>
            <a:r>
              <a:rPr lang="en-US" sz="2000" dirty="0" smtClean="0"/>
              <a:t>instant, </a:t>
            </a:r>
            <a:r>
              <a:rPr lang="en-US" sz="2000" dirty="0" err="1" smtClean="0"/>
              <a:t>dteday</a:t>
            </a:r>
            <a:r>
              <a:rPr lang="en-US" sz="2000" dirty="0" smtClean="0"/>
              <a:t>, month, </a:t>
            </a:r>
            <a:r>
              <a:rPr lang="en-US" sz="2000" dirty="0" err="1" smtClean="0"/>
              <a:t>hr</a:t>
            </a:r>
            <a:r>
              <a:rPr lang="en-US" sz="2000" dirty="0" smtClean="0"/>
              <a:t>, holiday, weekday, Days, </a:t>
            </a:r>
            <a:r>
              <a:rPr lang="en-US" sz="2000" dirty="0" err="1" smtClean="0"/>
              <a:t>weathersit</a:t>
            </a:r>
            <a:r>
              <a:rPr lang="en-US" sz="2000" dirty="0" smtClean="0"/>
              <a:t>, Weather, temp, </a:t>
            </a:r>
            <a:r>
              <a:rPr lang="en-US" sz="2000" dirty="0" err="1" smtClean="0"/>
              <a:t>atemp</a:t>
            </a:r>
            <a:r>
              <a:rPr lang="en-US" sz="2000" dirty="0" smtClean="0"/>
              <a:t>, hum, </a:t>
            </a:r>
            <a:r>
              <a:rPr lang="en-US" sz="2000" dirty="0" err="1" smtClean="0"/>
              <a:t>windspeed</a:t>
            </a:r>
            <a:r>
              <a:rPr lang="en-US" sz="2000" dirty="0" smtClean="0"/>
              <a:t>, casual, registered, </a:t>
            </a:r>
            <a:r>
              <a:rPr lang="en-US" sz="2000" dirty="0" err="1" smtClean="0"/>
              <a:t>cnt</a:t>
            </a:r>
            <a:r>
              <a:rPr lang="en-US" sz="2000" dirty="0" smtClean="0"/>
              <a:t>. I have added few more columns for interpreting the analysis easier like classification, correct count and demand rate. </a:t>
            </a:r>
          </a:p>
          <a:p>
            <a:endParaRPr lang="en-US" sz="2000" dirty="0"/>
          </a:p>
          <a:p>
            <a:endParaRPr lang="en-IN" sz="2000" dirty="0"/>
          </a:p>
        </p:txBody>
      </p:sp>
    </p:spTree>
    <p:extLst>
      <p:ext uri="{BB962C8B-B14F-4D97-AF65-F5344CB8AC3E}">
        <p14:creationId xmlns:p14="http://schemas.microsoft.com/office/powerpoint/2010/main" val="3369736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295401" y="783771"/>
            <a:ext cx="9601196" cy="5092097"/>
          </a:xfrm>
          <a:prstGeom prst="rect">
            <a:avLst/>
          </a:prstGeom>
        </p:spPr>
        <p:txBody>
          <a:bodyPr>
            <a:normAutofit fontScale="92500" lnSpcReduction="1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dirty="0" smtClean="0"/>
              <a:t>I have copied the rows from Dataset-3 and pasted with the copy of Dataset-A sheet, to create Dataset-Final. </a:t>
            </a:r>
            <a:endParaRPr lang="en-US" dirty="0"/>
          </a:p>
          <a:p>
            <a:r>
              <a:rPr lang="en-US" dirty="0" smtClean="0"/>
              <a:t>After this, I </a:t>
            </a:r>
            <a:r>
              <a:rPr lang="en-US" dirty="0"/>
              <a:t>have checked for missing values, wrong values, </a:t>
            </a:r>
            <a:r>
              <a:rPr lang="en-US" dirty="0" smtClean="0"/>
              <a:t>and </a:t>
            </a:r>
            <a:r>
              <a:rPr lang="en-US" dirty="0"/>
              <a:t>duplicate </a:t>
            </a:r>
            <a:r>
              <a:rPr lang="en-US" dirty="0" smtClean="0"/>
              <a:t>data, blanks and inconsistent data. Have </a:t>
            </a:r>
            <a:r>
              <a:rPr lang="en-US" dirty="0"/>
              <a:t>bolded the headers, applied </a:t>
            </a:r>
            <a:r>
              <a:rPr lang="en-US" dirty="0" smtClean="0"/>
              <a:t>filters and </a:t>
            </a:r>
            <a:r>
              <a:rPr lang="en-US" dirty="0"/>
              <a:t>made sure columns have correct </a:t>
            </a:r>
            <a:r>
              <a:rPr lang="en-US" dirty="0" smtClean="0"/>
              <a:t>format</a:t>
            </a:r>
            <a:r>
              <a:rPr lang="en-US" dirty="0"/>
              <a:t> </a:t>
            </a:r>
            <a:r>
              <a:rPr lang="en-US" dirty="0" smtClean="0"/>
              <a:t>as the original datasets.</a:t>
            </a:r>
          </a:p>
          <a:p>
            <a:r>
              <a:rPr lang="en-US" dirty="0" smtClean="0"/>
              <a:t>Here to the columns like demand rate and classification, I have used the IF formula to extract the details. </a:t>
            </a:r>
            <a:r>
              <a:rPr lang="en-US" dirty="0"/>
              <a:t>(E.g., =IF(OR(G1001="Saturday", G1001="Sunday"), "Weekend", "Weekday</a:t>
            </a:r>
            <a:r>
              <a:rPr lang="en-US" dirty="0" smtClean="0"/>
              <a:t>") </a:t>
            </a:r>
            <a:r>
              <a:rPr lang="en-US" dirty="0"/>
              <a:t>and =IF(Q997&gt;100, "High Demand", "Low Demand</a:t>
            </a:r>
            <a:r>
              <a:rPr lang="en-US" dirty="0" smtClean="0"/>
              <a:t>")) to know whether the holiday is weekday or weekend and if the demand for bike rentals is high or low.</a:t>
            </a:r>
          </a:p>
          <a:p>
            <a:r>
              <a:rPr lang="en-US" dirty="0" smtClean="0"/>
              <a:t>Once </a:t>
            </a:r>
            <a:r>
              <a:rPr lang="en-US" dirty="0"/>
              <a:t>the data is cleaned and organized, I have created pivot table and pivot chart to summarize, analyze and visualize the data quickly and easily. </a:t>
            </a:r>
            <a:endParaRPr lang="en-US" dirty="0" smtClean="0"/>
          </a:p>
          <a:p>
            <a:r>
              <a:rPr lang="en-US" dirty="0" smtClean="0"/>
              <a:t>The tables that were created contains variables like- </a:t>
            </a:r>
          </a:p>
          <a:p>
            <a:endParaRPr lang="en-IN" dirty="0"/>
          </a:p>
        </p:txBody>
      </p:sp>
    </p:spTree>
    <p:extLst>
      <p:ext uri="{BB962C8B-B14F-4D97-AF65-F5344CB8AC3E}">
        <p14:creationId xmlns:p14="http://schemas.microsoft.com/office/powerpoint/2010/main" val="1856566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295401" y="783771"/>
            <a:ext cx="9601196" cy="5092097"/>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dirty="0"/>
              <a:t>Time vs </a:t>
            </a:r>
            <a:r>
              <a:rPr lang="en-US" dirty="0" err="1" smtClean="0"/>
              <a:t>cnt</a:t>
            </a:r>
            <a:r>
              <a:rPr lang="en-US" dirty="0" smtClean="0"/>
              <a:t>- Shows </a:t>
            </a:r>
            <a:r>
              <a:rPr lang="en-US" dirty="0"/>
              <a:t>how bike rentals change over </a:t>
            </a:r>
            <a:r>
              <a:rPr lang="en-US" dirty="0" smtClean="0"/>
              <a:t>time, helps </a:t>
            </a:r>
            <a:r>
              <a:rPr lang="en-US" dirty="0"/>
              <a:t>identify peak rental hours during the day</a:t>
            </a:r>
            <a:r>
              <a:rPr lang="en-US" dirty="0" smtClean="0"/>
              <a:t>.</a:t>
            </a:r>
          </a:p>
          <a:p>
            <a:r>
              <a:rPr lang="en-US" dirty="0" smtClean="0"/>
              <a:t>Weather </a:t>
            </a:r>
            <a:r>
              <a:rPr lang="en-US" dirty="0"/>
              <a:t>vs </a:t>
            </a:r>
            <a:r>
              <a:rPr lang="en-US" dirty="0" err="1" smtClean="0"/>
              <a:t>cnt</a:t>
            </a:r>
            <a:r>
              <a:rPr lang="en-US" dirty="0" smtClean="0"/>
              <a:t>- Analyzes </a:t>
            </a:r>
            <a:r>
              <a:rPr lang="en-US" dirty="0"/>
              <a:t>how weather conditions affect bike </a:t>
            </a:r>
            <a:r>
              <a:rPr lang="en-US" dirty="0" smtClean="0"/>
              <a:t>usage and helps </a:t>
            </a:r>
            <a:r>
              <a:rPr lang="en-US" dirty="0"/>
              <a:t>understand whether people rent more bikes during </a:t>
            </a:r>
            <a:r>
              <a:rPr lang="en-US" dirty="0" smtClean="0"/>
              <a:t>cloudy </a:t>
            </a:r>
            <a:r>
              <a:rPr lang="en-US" dirty="0"/>
              <a:t>or </a:t>
            </a:r>
            <a:r>
              <a:rPr lang="en-US" dirty="0" smtClean="0"/>
              <a:t>extreme </a:t>
            </a:r>
            <a:r>
              <a:rPr lang="en-US" dirty="0"/>
              <a:t>weather</a:t>
            </a:r>
            <a:r>
              <a:rPr lang="en-US" dirty="0" smtClean="0"/>
              <a:t>.</a:t>
            </a:r>
          </a:p>
          <a:p>
            <a:r>
              <a:rPr lang="en-US" dirty="0" err="1" smtClean="0"/>
              <a:t>Usertype</a:t>
            </a:r>
            <a:r>
              <a:rPr lang="en-US" dirty="0" smtClean="0"/>
              <a:t> </a:t>
            </a:r>
            <a:r>
              <a:rPr lang="en-US" dirty="0"/>
              <a:t>(Casual vs </a:t>
            </a:r>
            <a:r>
              <a:rPr lang="en-US" dirty="0" smtClean="0"/>
              <a:t>Registered)- This helps </a:t>
            </a:r>
            <a:r>
              <a:rPr lang="en-US" dirty="0"/>
              <a:t>understand who uses the </a:t>
            </a:r>
            <a:r>
              <a:rPr lang="en-US" dirty="0" smtClean="0"/>
              <a:t>bikes more.</a:t>
            </a:r>
          </a:p>
          <a:p>
            <a:r>
              <a:rPr lang="en-US" dirty="0" smtClean="0"/>
              <a:t>Hour </a:t>
            </a:r>
            <a:r>
              <a:rPr lang="en-US" dirty="0"/>
              <a:t>vs </a:t>
            </a:r>
            <a:r>
              <a:rPr lang="en-US" dirty="0" err="1" smtClean="0"/>
              <a:t>Usertype</a:t>
            </a:r>
            <a:r>
              <a:rPr lang="en-US" dirty="0" smtClean="0"/>
              <a:t>- Shows </a:t>
            </a:r>
            <a:r>
              <a:rPr lang="en-US" dirty="0"/>
              <a:t>when casual and registered users rent bikes</a:t>
            </a:r>
            <a:r>
              <a:rPr lang="en-US" dirty="0" smtClean="0"/>
              <a:t>. </a:t>
            </a:r>
          </a:p>
          <a:p>
            <a:r>
              <a:rPr lang="en-US" dirty="0"/>
              <a:t>Bike Rentals by </a:t>
            </a:r>
            <a:r>
              <a:rPr lang="en-US" dirty="0" smtClean="0"/>
              <a:t>Days- Shows </a:t>
            </a:r>
            <a:r>
              <a:rPr lang="en-US" dirty="0"/>
              <a:t>bike usage across different days of the </a:t>
            </a:r>
            <a:r>
              <a:rPr lang="en-US" dirty="0" smtClean="0"/>
              <a:t>week.</a:t>
            </a:r>
          </a:p>
          <a:p>
            <a:r>
              <a:rPr lang="en-US" dirty="0" smtClean="0"/>
              <a:t> </a:t>
            </a:r>
            <a:r>
              <a:rPr lang="en-US" dirty="0" err="1" smtClean="0"/>
              <a:t>Heatmap</a:t>
            </a:r>
            <a:r>
              <a:rPr lang="en-US" dirty="0" smtClean="0"/>
              <a:t> </a:t>
            </a:r>
            <a:r>
              <a:rPr lang="en-US" dirty="0"/>
              <a:t>(</a:t>
            </a:r>
            <a:r>
              <a:rPr lang="en-US" dirty="0" err="1" smtClean="0"/>
              <a:t>Hr</a:t>
            </a:r>
            <a:r>
              <a:rPr lang="en-US" dirty="0" smtClean="0"/>
              <a:t> </a:t>
            </a:r>
            <a:r>
              <a:rPr lang="en-US" dirty="0"/>
              <a:t>by Days</a:t>
            </a:r>
            <a:r>
              <a:rPr lang="en-US" dirty="0" smtClean="0"/>
              <a:t>)- It shows high </a:t>
            </a:r>
            <a:r>
              <a:rPr lang="en-US" dirty="0"/>
              <a:t>demand times during the week</a:t>
            </a:r>
            <a:r>
              <a:rPr lang="en-US" dirty="0" smtClean="0"/>
              <a:t>. </a:t>
            </a:r>
          </a:p>
          <a:p>
            <a:endParaRPr lang="en-IN" dirty="0"/>
          </a:p>
        </p:txBody>
      </p:sp>
    </p:spTree>
    <p:extLst>
      <p:ext uri="{BB962C8B-B14F-4D97-AF65-F5344CB8AC3E}">
        <p14:creationId xmlns:p14="http://schemas.microsoft.com/office/powerpoint/2010/main" val="295090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295401" y="783771"/>
            <a:ext cx="9601196" cy="5092097"/>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dirty="0"/>
              <a:t>Rentals vs </a:t>
            </a:r>
            <a:r>
              <a:rPr lang="en-US" dirty="0" smtClean="0"/>
              <a:t>Hum- Shows </a:t>
            </a:r>
            <a:r>
              <a:rPr lang="en-US" dirty="0"/>
              <a:t>whether high humidity affects bike rentals</a:t>
            </a:r>
            <a:r>
              <a:rPr lang="en-US" dirty="0" smtClean="0"/>
              <a:t>. </a:t>
            </a:r>
          </a:p>
          <a:p>
            <a:r>
              <a:rPr lang="en-US" dirty="0" smtClean="0"/>
              <a:t>Rentals </a:t>
            </a:r>
            <a:r>
              <a:rPr lang="en-US" dirty="0"/>
              <a:t>vs </a:t>
            </a:r>
            <a:r>
              <a:rPr lang="en-US" dirty="0" err="1" smtClean="0"/>
              <a:t>Windspeed</a:t>
            </a:r>
            <a:r>
              <a:rPr lang="en-US" dirty="0" smtClean="0"/>
              <a:t>- Analyzes </a:t>
            </a:r>
            <a:r>
              <a:rPr lang="en-US" dirty="0"/>
              <a:t>if strong winds reduce bike usage</a:t>
            </a:r>
            <a:r>
              <a:rPr lang="en-US" dirty="0" smtClean="0"/>
              <a:t>.</a:t>
            </a:r>
          </a:p>
          <a:p>
            <a:r>
              <a:rPr lang="en-US" dirty="0"/>
              <a:t>Weather vs </a:t>
            </a:r>
            <a:r>
              <a:rPr lang="en-US" dirty="0" err="1" smtClean="0"/>
              <a:t>Hr</a:t>
            </a:r>
            <a:r>
              <a:rPr lang="en-US" dirty="0" smtClean="0"/>
              <a:t>- Helps </a:t>
            </a:r>
            <a:r>
              <a:rPr lang="en-US" dirty="0"/>
              <a:t>understand how weather conditions influence hourly rentals</a:t>
            </a:r>
            <a:r>
              <a:rPr lang="en-US" dirty="0" smtClean="0"/>
              <a:t>.</a:t>
            </a:r>
          </a:p>
          <a:p>
            <a:r>
              <a:rPr lang="en-US" dirty="0" smtClean="0"/>
              <a:t>Days </a:t>
            </a:r>
            <a:r>
              <a:rPr lang="en-US" dirty="0"/>
              <a:t>vs Registered </a:t>
            </a:r>
            <a:r>
              <a:rPr lang="en-US" dirty="0" smtClean="0"/>
              <a:t>Users- Shows </a:t>
            </a:r>
            <a:r>
              <a:rPr lang="en-US" dirty="0"/>
              <a:t>which days registered users ride the most</a:t>
            </a:r>
            <a:r>
              <a:rPr lang="en-US" dirty="0" smtClean="0"/>
              <a:t>. It helps understand the </a:t>
            </a:r>
            <a:r>
              <a:rPr lang="en-US" dirty="0"/>
              <a:t>daily commuting patterns</a:t>
            </a:r>
            <a:r>
              <a:rPr lang="en-US" dirty="0" smtClean="0"/>
              <a:t>.</a:t>
            </a:r>
          </a:p>
          <a:p>
            <a:endParaRPr lang="en-US" dirty="0"/>
          </a:p>
          <a:p>
            <a:r>
              <a:rPr lang="en-US" dirty="0" smtClean="0"/>
              <a:t>I have also grouped and aggregated the data to simplify the data which helped to get clear summary, to understand, for e.g., weather impact on bike usage. </a:t>
            </a:r>
          </a:p>
          <a:p>
            <a:r>
              <a:rPr lang="en-US" dirty="0" smtClean="0"/>
              <a:t>Functions like COUNTIF were used to count how many time the non-holidays occur, weather condition etc., </a:t>
            </a:r>
            <a:endParaRPr lang="en-US" dirty="0"/>
          </a:p>
          <a:p>
            <a:endParaRPr lang="en-US" dirty="0" smtClean="0"/>
          </a:p>
          <a:p>
            <a:endParaRPr lang="en-US" dirty="0" smtClean="0"/>
          </a:p>
          <a:p>
            <a:endParaRPr lang="en-IN" dirty="0"/>
          </a:p>
        </p:txBody>
      </p:sp>
    </p:spTree>
    <p:extLst>
      <p:ext uri="{BB962C8B-B14F-4D97-AF65-F5344CB8AC3E}">
        <p14:creationId xmlns:p14="http://schemas.microsoft.com/office/powerpoint/2010/main" val="9338713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295401" y="783771"/>
            <a:ext cx="9601196" cy="5092097"/>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dirty="0" smtClean="0"/>
              <a:t>SUMIF to add values based on days, </a:t>
            </a:r>
            <a:r>
              <a:rPr lang="en-US" dirty="0" err="1" smtClean="0"/>
              <a:t>hr</a:t>
            </a:r>
            <a:r>
              <a:rPr lang="en-US" dirty="0" smtClean="0"/>
              <a:t> and temp.</a:t>
            </a:r>
          </a:p>
          <a:p>
            <a:r>
              <a:rPr lang="en-US" dirty="0" smtClean="0"/>
              <a:t>STDEV function was applied to measure how the rental data varied with hum, </a:t>
            </a:r>
            <a:r>
              <a:rPr lang="en-US" dirty="0" err="1" smtClean="0"/>
              <a:t>windspeed</a:t>
            </a:r>
            <a:r>
              <a:rPr lang="en-US" dirty="0" smtClean="0"/>
              <a:t>, etc.</a:t>
            </a:r>
          </a:p>
          <a:p>
            <a:r>
              <a:rPr lang="en-US" dirty="0" smtClean="0"/>
              <a:t>And CORREL which is used to find the relationship between two variables was applied to check how temp, time, or </a:t>
            </a:r>
            <a:r>
              <a:rPr lang="en-US" dirty="0" err="1" smtClean="0"/>
              <a:t>windspeed</a:t>
            </a:r>
            <a:r>
              <a:rPr lang="en-US" dirty="0" smtClean="0"/>
              <a:t> affected the bike rentals.  </a:t>
            </a:r>
          </a:p>
          <a:p>
            <a:r>
              <a:rPr lang="en-US" dirty="0" smtClean="0"/>
              <a:t>A interactive dashboard was created by combining all the Pivot Charts that was created </a:t>
            </a:r>
            <a:r>
              <a:rPr lang="en-US" dirty="0"/>
              <a:t>in Dataset-FINAL, like, </a:t>
            </a:r>
            <a:r>
              <a:rPr lang="en-US" dirty="0" smtClean="0"/>
              <a:t>line </a:t>
            </a:r>
            <a:r>
              <a:rPr lang="en-US" dirty="0"/>
              <a:t>charts, column charts, pie charts, </a:t>
            </a:r>
            <a:r>
              <a:rPr lang="en-US" dirty="0" err="1" smtClean="0"/>
              <a:t>heatmaps</a:t>
            </a:r>
            <a:r>
              <a:rPr lang="en-US" dirty="0" smtClean="0"/>
              <a:t>. It was created to make the visualization easy and highlight the important patterns in Bike Sharing Demand Analysis. </a:t>
            </a:r>
          </a:p>
          <a:p>
            <a:r>
              <a:rPr lang="en-US" dirty="0" smtClean="0"/>
              <a:t>I have added slicers to days, </a:t>
            </a:r>
            <a:r>
              <a:rPr lang="en-US" dirty="0" err="1" smtClean="0"/>
              <a:t>windspeed</a:t>
            </a:r>
            <a:r>
              <a:rPr lang="en-US" dirty="0" smtClean="0"/>
              <a:t>, </a:t>
            </a:r>
            <a:r>
              <a:rPr lang="en-US" dirty="0" err="1" smtClean="0"/>
              <a:t>hr</a:t>
            </a:r>
            <a:r>
              <a:rPr lang="en-US" dirty="0" smtClean="0"/>
              <a:t>, hum, temp, weather and timeline to allow the dynamic filtering of the data.  </a:t>
            </a:r>
          </a:p>
          <a:p>
            <a:endParaRPr lang="en-IN" dirty="0"/>
          </a:p>
        </p:txBody>
      </p:sp>
    </p:spTree>
    <p:extLst>
      <p:ext uri="{BB962C8B-B14F-4D97-AF65-F5344CB8AC3E}">
        <p14:creationId xmlns:p14="http://schemas.microsoft.com/office/powerpoint/2010/main" val="2112092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p:cNvGraphicFramePr>
          <p:nvPr>
            <p:extLst>
              <p:ext uri="{D42A27DB-BD31-4B8C-83A1-F6EECF244321}">
                <p14:modId xmlns:p14="http://schemas.microsoft.com/office/powerpoint/2010/main" val="3400523888"/>
              </p:ext>
            </p:extLst>
          </p:nvPr>
        </p:nvGraphicFramePr>
        <p:xfrm>
          <a:off x="1022061" y="1893893"/>
          <a:ext cx="4754485" cy="3232021"/>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p:cNvSpPr txBox="1"/>
          <p:nvPr/>
        </p:nvSpPr>
        <p:spPr>
          <a:xfrm flipH="1">
            <a:off x="1022061" y="1046860"/>
            <a:ext cx="6205180" cy="369332"/>
          </a:xfrm>
          <a:prstGeom prst="rect">
            <a:avLst/>
          </a:prstGeom>
          <a:noFill/>
        </p:spPr>
        <p:txBody>
          <a:bodyPr wrap="square" rtlCol="0">
            <a:spAutoFit/>
          </a:bodyPr>
          <a:lstStyle/>
          <a:p>
            <a:r>
              <a:rPr lang="en-US" dirty="0" smtClean="0"/>
              <a:t>CORREL BETWEEN TEMPERATURE AND RENTALS</a:t>
            </a:r>
            <a:endParaRPr lang="en-IN" dirty="0"/>
          </a:p>
        </p:txBody>
      </p:sp>
      <p:sp>
        <p:nvSpPr>
          <p:cNvPr id="4" name="TextBox 3"/>
          <p:cNvSpPr txBox="1"/>
          <p:nvPr/>
        </p:nvSpPr>
        <p:spPr>
          <a:xfrm>
            <a:off x="6145967" y="1893894"/>
            <a:ext cx="4706912" cy="2308324"/>
          </a:xfrm>
          <a:prstGeom prst="rect">
            <a:avLst/>
          </a:prstGeom>
          <a:noFill/>
        </p:spPr>
        <p:txBody>
          <a:bodyPr wrap="square" rtlCol="0">
            <a:spAutoFit/>
          </a:bodyPr>
          <a:lstStyle/>
          <a:p>
            <a:r>
              <a:rPr lang="en-US" dirty="0"/>
              <a:t>T</a:t>
            </a:r>
            <a:r>
              <a:rPr lang="en-US" dirty="0" smtClean="0"/>
              <a:t>he </a:t>
            </a:r>
            <a:r>
              <a:rPr lang="en-US" dirty="0"/>
              <a:t>correlation between temperature and bike rentals is </a:t>
            </a:r>
            <a:r>
              <a:rPr lang="en-US" dirty="0" smtClean="0"/>
              <a:t>0.2292. There is a weak relationship between temperature and bike rentals, as 0.2292 is close to 0. </a:t>
            </a:r>
          </a:p>
          <a:p>
            <a:r>
              <a:rPr lang="en-US" dirty="0" smtClean="0"/>
              <a:t>This shows when temperature increases, bike rentals may slightly increase. This shows that temperature alone does not strongly determine bike demand. </a:t>
            </a:r>
            <a:endParaRPr lang="en-IN" dirty="0"/>
          </a:p>
        </p:txBody>
      </p:sp>
    </p:spTree>
    <p:extLst>
      <p:ext uri="{BB962C8B-B14F-4D97-AF65-F5344CB8AC3E}">
        <p14:creationId xmlns:p14="http://schemas.microsoft.com/office/powerpoint/2010/main" val="1128993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83244" y="1363980"/>
            <a:ext cx="10040503" cy="4742980"/>
          </a:xfrm>
          <a:prstGeom prst="rect">
            <a:avLst/>
          </a:prstGeom>
        </p:spPr>
      </p:pic>
      <p:sp>
        <p:nvSpPr>
          <p:cNvPr id="4" name="TextBox 3"/>
          <p:cNvSpPr txBox="1"/>
          <p:nvPr/>
        </p:nvSpPr>
        <p:spPr>
          <a:xfrm>
            <a:off x="4004733" y="855133"/>
            <a:ext cx="3970867" cy="369332"/>
          </a:xfrm>
          <a:prstGeom prst="rect">
            <a:avLst/>
          </a:prstGeom>
          <a:noFill/>
        </p:spPr>
        <p:txBody>
          <a:bodyPr wrap="square" rtlCol="0">
            <a:spAutoFit/>
          </a:bodyPr>
          <a:lstStyle/>
          <a:p>
            <a:r>
              <a:rPr lang="en-US" dirty="0" smtClean="0"/>
              <a:t>Overall Image of the Dynamic Dashboard</a:t>
            </a:r>
            <a:endParaRPr lang="en-IN" dirty="0"/>
          </a:p>
        </p:txBody>
      </p:sp>
    </p:spTree>
    <p:extLst>
      <p:ext uri="{BB962C8B-B14F-4D97-AF65-F5344CB8AC3E}">
        <p14:creationId xmlns:p14="http://schemas.microsoft.com/office/powerpoint/2010/main" val="10136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295401" y="783771"/>
            <a:ext cx="9601196" cy="5092097"/>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dirty="0" smtClean="0"/>
              <a:t>In the end advanced tools like Forecast sheet was created to analyze the dataset along with Anomaly Detection, which helped to identify the future trend in bike rentals and detect the unusual patterns. </a:t>
            </a:r>
            <a:endParaRPr lang="en-US" dirty="0" smtClean="0"/>
          </a:p>
          <a:p>
            <a:endParaRPr lang="en-US" dirty="0"/>
          </a:p>
          <a:p>
            <a:endParaRPr lang="en-US" dirty="0" smtClean="0"/>
          </a:p>
          <a:p>
            <a:endParaRPr lang="en-US" dirty="0"/>
          </a:p>
          <a:p>
            <a:endParaRPr lang="en-US" dirty="0" smtClean="0"/>
          </a:p>
          <a:p>
            <a:r>
              <a:rPr lang="en-US" dirty="0" smtClean="0"/>
              <a:t>The average of the forecast </a:t>
            </a:r>
            <a:r>
              <a:rPr lang="en-US" dirty="0" err="1" smtClean="0"/>
              <a:t>cnt</a:t>
            </a:r>
            <a:r>
              <a:rPr lang="en-US" dirty="0" smtClean="0"/>
              <a:t> is 59.30 which is very close to the actual rentals </a:t>
            </a:r>
            <a:r>
              <a:rPr lang="en-US" dirty="0" err="1" smtClean="0"/>
              <a:t>cnt</a:t>
            </a:r>
            <a:r>
              <a:rPr lang="en-US" dirty="0" smtClean="0"/>
              <a:t>.</a:t>
            </a:r>
          </a:p>
          <a:p>
            <a:r>
              <a:rPr lang="en-US" dirty="0"/>
              <a:t>From the graph, we can say that, there is consistent rental demand without major increase or decrease. </a:t>
            </a:r>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IN" dirty="0"/>
          </a:p>
        </p:txBody>
      </p:sp>
      <p:graphicFrame>
        <p:nvGraphicFramePr>
          <p:cNvPr id="3" name="Chart 2"/>
          <p:cNvGraphicFramePr>
            <a:graphicFrameLocks/>
          </p:cNvGraphicFramePr>
          <p:nvPr>
            <p:extLst>
              <p:ext uri="{D42A27DB-BD31-4B8C-83A1-F6EECF244321}">
                <p14:modId xmlns:p14="http://schemas.microsoft.com/office/powerpoint/2010/main" val="2346321755"/>
              </p:ext>
            </p:extLst>
          </p:nvPr>
        </p:nvGraphicFramePr>
        <p:xfrm>
          <a:off x="1554619" y="1871761"/>
          <a:ext cx="5681451" cy="219907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47165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1295401" y="783771"/>
            <a:ext cx="9601196" cy="5092097"/>
          </a:xfrm>
          <a:prstGeom prst="rect">
            <a:avLst/>
          </a:prstGeom>
        </p:spPr>
        <p:txBody>
          <a:bodyPr>
            <a:normAutofit fontScale="925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dirty="0" smtClean="0"/>
              <a:t>KPI Dashboard- KPI chart was created to show our visualize our results making it easier to understand and represent key performance indicators such as total rentals, average rentals, user types, etc.,.</a:t>
            </a:r>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smtClean="0"/>
              <a:t>By </a:t>
            </a:r>
            <a:r>
              <a:rPr lang="en-US" dirty="0" smtClean="0"/>
              <a:t>this analysis we can say </a:t>
            </a:r>
            <a:r>
              <a:rPr lang="en-US" dirty="0"/>
              <a:t>that bike demand is relatively stable but influenced by </a:t>
            </a:r>
            <a:r>
              <a:rPr lang="en-US" dirty="0" smtClean="0"/>
              <a:t>variables like weather</a:t>
            </a:r>
            <a:r>
              <a:rPr lang="en-US" dirty="0"/>
              <a:t>, </a:t>
            </a:r>
            <a:r>
              <a:rPr lang="en-US" dirty="0" smtClean="0"/>
              <a:t>days, temp, etc., </a:t>
            </a:r>
            <a:r>
              <a:rPr lang="en-US" dirty="0"/>
              <a:t>Registered users drive most of the demand, while casual </a:t>
            </a:r>
            <a:r>
              <a:rPr lang="en-US" dirty="0" smtClean="0"/>
              <a:t>users </a:t>
            </a:r>
            <a:r>
              <a:rPr lang="en-US" dirty="0"/>
              <a:t>increases during favorable conditions.</a:t>
            </a:r>
            <a:endParaRPr lang="en-US" dirty="0" smtClean="0"/>
          </a:p>
          <a:p>
            <a:endParaRPr lang="en-IN" dirty="0"/>
          </a:p>
        </p:txBody>
      </p:sp>
      <p:graphicFrame>
        <p:nvGraphicFramePr>
          <p:cNvPr id="4" name="Chart 3"/>
          <p:cNvGraphicFramePr>
            <a:graphicFrameLocks/>
          </p:cNvGraphicFramePr>
          <p:nvPr>
            <p:extLst>
              <p:ext uri="{D42A27DB-BD31-4B8C-83A1-F6EECF244321}">
                <p14:modId xmlns:p14="http://schemas.microsoft.com/office/powerpoint/2010/main" val="253083893"/>
              </p:ext>
            </p:extLst>
          </p:nvPr>
        </p:nvGraphicFramePr>
        <p:xfrm>
          <a:off x="3308838" y="1679331"/>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0118553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544</TotalTime>
  <Words>1764</Words>
  <Application>Microsoft Office PowerPoint</Application>
  <PresentationFormat>Widescreen</PresentationFormat>
  <Paragraphs>137</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Garamond</vt:lpstr>
      <vt:lpstr>Organic</vt:lpstr>
      <vt:lpstr>Bike Sharing Demand Analysis</vt:lpstr>
      <vt:lpstr>Project Tasks </vt:lpstr>
      <vt:lpstr>DATASET-1</vt:lpstr>
      <vt:lpstr>PowerPoint Presentation</vt:lpstr>
      <vt:lpstr>PowerPoint Presentation</vt:lpstr>
      <vt:lpstr>DATASET-2</vt:lpstr>
      <vt:lpstr>PowerPoint Presentation</vt:lpstr>
      <vt:lpstr>PowerPoint Presentation</vt:lpstr>
      <vt:lpstr>DATASET-3</vt:lpstr>
      <vt:lpstr>PowerPoint Presentation</vt:lpstr>
      <vt:lpstr>PowerPoint Presentation</vt:lpstr>
      <vt:lpstr>DATASET-A</vt:lpstr>
      <vt:lpstr>PowerPoint Presentation</vt:lpstr>
      <vt:lpstr>DATASET-FINAL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Bike Sharing Demand Analysis</dc:title>
  <dc:creator>priyanka kale</dc:creator>
  <cp:lastModifiedBy>priyanka kale</cp:lastModifiedBy>
  <cp:revision>57</cp:revision>
  <dcterms:created xsi:type="dcterms:W3CDTF">2026-03-24T14:00:33Z</dcterms:created>
  <dcterms:modified xsi:type="dcterms:W3CDTF">2026-03-29T04:11:15Z</dcterms:modified>
</cp:coreProperties>
</file>